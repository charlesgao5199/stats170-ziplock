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70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y="5143500" cx="9144000"/>
  <p:notesSz cx="6858000" cy="9144000"/>
  <p:embeddedFontLst>
    <p:embeddedFont>
      <p:font typeface="Newsreader"/>
      <p:regular r:id="rId15"/>
      <p:bold r:id="rId16"/>
      <p:italic r:id="rId17"/>
      <p:boldItalic r:id="rId18"/>
    </p:embeddedFont>
    <p:embeddedFont>
      <p:font typeface="DM Sans Light"/>
      <p:regular r:id="rId19"/>
      <p:bold r:id="rId20"/>
      <p:italic r:id="rId21"/>
      <p:boldItalic r:id="rId22"/>
    </p:embeddedFont>
    <p:embeddedFont>
      <p:font typeface="DM Sans SemiBold"/>
      <p:regular r:id="rId23"/>
      <p:bold r:id="rId24"/>
      <p:italic r:id="rId25"/>
      <p:boldItalic r:id="rId26"/>
    </p:embeddedFont>
    <p:embeddedFont>
      <p:font typeface="DM Sans"/>
      <p:regular r:id="rId27"/>
      <p:bold r:id="rId28"/>
      <p:italic r:id="rId29"/>
      <p:boldItalic r:id="rId30"/>
    </p:embeddedFont>
    <p:embeddedFont>
      <p:font typeface="Newsreader SemiBold"/>
      <p:regular r:id="rId31"/>
      <p:bold r:id="rId32"/>
      <p:italic r:id="rId33"/>
      <p:boldItalic r:id="rId3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3CA3C0EE-91B1-410F-8438-0D223B1FE040}">
  <a:tblStyle styleId="{3CA3C0EE-91B1-410F-8438-0D223B1FE04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NewsreaderSemiBold-regular.fntdata"/><Relationship Id="rId30" Type="http://schemas.openxmlformats.org/officeDocument/2006/relationships/font" Target="fonts/DMSans-boldItalic.fntdata"/><Relationship Id="rId33" Type="http://schemas.openxmlformats.org/officeDocument/2006/relationships/font" Target="fonts/NewsreaderSemiBold-italic.fntdata"/><Relationship Id="rId32" Type="http://schemas.openxmlformats.org/officeDocument/2006/relationships/font" Target="fonts/NewsreaderSemiBold-bold.fntdata"/><Relationship Id="rId34" Type="http://schemas.openxmlformats.org/officeDocument/2006/relationships/font" Target="fonts/NewsreaderSemiBold-boldItalic.fntdata"/><Relationship Id="rId20" Type="http://schemas.openxmlformats.org/officeDocument/2006/relationships/font" Target="fonts/DMSansLight-bold.fntdata"/><Relationship Id="rId22" Type="http://schemas.openxmlformats.org/officeDocument/2006/relationships/font" Target="fonts/DMSansLight-boldItalic.fntdata"/><Relationship Id="rId21" Type="http://schemas.openxmlformats.org/officeDocument/2006/relationships/font" Target="fonts/DMSansLight-italic.fntdata"/><Relationship Id="rId24" Type="http://schemas.openxmlformats.org/officeDocument/2006/relationships/font" Target="fonts/DMSansSemiBold-bold.fntdata"/><Relationship Id="rId23" Type="http://schemas.openxmlformats.org/officeDocument/2006/relationships/font" Target="fonts/DMSansSemiBold-regular.fntdata"/><Relationship Id="rId26" Type="http://schemas.openxmlformats.org/officeDocument/2006/relationships/font" Target="fonts/DMSansSemiBold-boldItalic.fntdata"/><Relationship Id="rId25" Type="http://schemas.openxmlformats.org/officeDocument/2006/relationships/font" Target="fonts/DMSansSemiBold-italic.fntdata"/><Relationship Id="rId28" Type="http://schemas.openxmlformats.org/officeDocument/2006/relationships/font" Target="fonts/DMSans-bold.fntdata"/><Relationship Id="rId27" Type="http://schemas.openxmlformats.org/officeDocument/2006/relationships/font" Target="fonts/DMSans-regular.fntdata"/><Relationship Id="rId29" Type="http://schemas.openxmlformats.org/officeDocument/2006/relationships/font" Target="fonts/DMSans-italic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font" Target="fonts/Newsreader-regular.fntdata"/><Relationship Id="rId14" Type="http://schemas.openxmlformats.org/officeDocument/2006/relationships/slide" Target="slides/slide8.xml"/><Relationship Id="rId17" Type="http://schemas.openxmlformats.org/officeDocument/2006/relationships/font" Target="fonts/Newsreader-italic.fntdata"/><Relationship Id="rId16" Type="http://schemas.openxmlformats.org/officeDocument/2006/relationships/font" Target="fonts/Newsreader-bold.fntdata"/><Relationship Id="rId19" Type="http://schemas.openxmlformats.org/officeDocument/2006/relationships/font" Target="fonts/DMSansLight-regular.fntdata"/><Relationship Id="rId18" Type="http://schemas.openxmlformats.org/officeDocument/2006/relationships/font" Target="fonts/Newsreader-bold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g3de65806dec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6" name="Google Shape;466;g3de65806dec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2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g3d600ec10b2_0_8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4" name="Google Shape;474;g3d600ec10b2_0_8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3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g3dda64cbcaa_0_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5" name="Google Shape;485;g3dda64cbcaa_0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0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g3dda64cbcaa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2" name="Google Shape;492;g3dda64cbcaa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9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g3dda64cbcaa_0_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1" name="Google Shape;501;g3dda64cbcaa_0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6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g3dda64cbcaa_0_1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8" name="Google Shape;508;g3dda64cbcaa_0_1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6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g3dda64cbcaa_0_1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8" name="Google Shape;518;g3dda64cbcaa_0_1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3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Google Shape;524;g3d600ec10b2_0_9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5" name="Google Shape;525;g3d600ec10b2_0_9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primary standard is temporal validation, because our real goal is to use year t features to predict price growth in year t+1 under future market conditions.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“good” model should have higher R², lower MAE/RMSE, and ideally positive temporal R², not just improvement relative to another model.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grouped-ZCTA test is a secondary check: if R² is positive there, the model is learning meaningful cross-sectional differences across neighborhoods, even if forecasting over time is harder.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 our results, Model 2 outperforms Model 1 in both evaluation methods, so school features add some incremental signal.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However, the best temporal R² is still negative (-0.025), so the models are promising but not yet strong forecasting models; they currently explain spatial variation better than future market shifts.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After adding school features, Model 2 is better, but neither model is yet “good” in the strict forecasting sense because temporal prediction remains weak.</a:t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title only">
  <p:cSld name="BLANK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61975" y="957403"/>
            <a:ext cx="56274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3 Columns">
  <p:cSld name="BLANK_1_1_1_1_3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61975" y="957403"/>
            <a:ext cx="56274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" name="Google Shape;16;p3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7" name="Google Shape;17;p3"/>
          <p:cNvSpPr txBox="1"/>
          <p:nvPr>
            <p:ph idx="2" type="subTitle"/>
          </p:nvPr>
        </p:nvSpPr>
        <p:spPr>
          <a:xfrm>
            <a:off x="362125" y="1853425"/>
            <a:ext cx="2061600" cy="23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3"/>
          <p:cNvSpPr txBox="1"/>
          <p:nvPr>
            <p:ph idx="3" type="subTitle"/>
          </p:nvPr>
        </p:nvSpPr>
        <p:spPr>
          <a:xfrm>
            <a:off x="3154650" y="1853425"/>
            <a:ext cx="2061600" cy="23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4" type="subTitle"/>
          </p:nvPr>
        </p:nvSpPr>
        <p:spPr>
          <a:xfrm>
            <a:off x="6216650" y="1853425"/>
            <a:ext cx="2061600" cy="23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5" type="subTitle"/>
          </p:nvPr>
        </p:nvSpPr>
        <p:spPr>
          <a:xfrm>
            <a:off x="362125" y="2206700"/>
            <a:ext cx="2575800" cy="124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eyebrow ">
  <p:cSld name="BLANK_1_1_1_1_2_1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3" name="Google Shape;23;p4"/>
          <p:cNvSpPr txBox="1"/>
          <p:nvPr>
            <p:ph type="title"/>
          </p:nvPr>
        </p:nvSpPr>
        <p:spPr>
          <a:xfrm>
            <a:off x="361975" y="988557"/>
            <a:ext cx="50184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9pPr>
          </a:lstStyle>
          <a:p/>
        </p:txBody>
      </p:sp>
      <p:sp>
        <p:nvSpPr>
          <p:cNvPr id="24" name="Google Shape;24;p4"/>
          <p:cNvSpPr txBox="1"/>
          <p:nvPr>
            <p:ph idx="1" type="subTitle"/>
          </p:nvPr>
        </p:nvSpPr>
        <p:spPr>
          <a:xfrm>
            <a:off x="361975" y="732775"/>
            <a:ext cx="4163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2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agenda">
  <p:cSld name="BLANK_1_1_1_1_1_1_1_1_1_1_1">
    <p:bg>
      <p:bgPr>
        <a:solidFill>
          <a:schemeClr val="lt1"/>
        </a:solidFill>
      </p:bgPr>
    </p:bg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5"/>
          <p:cNvSpPr txBox="1"/>
          <p:nvPr>
            <p:ph idx="1" type="subTitle"/>
          </p:nvPr>
        </p:nvSpPr>
        <p:spPr>
          <a:xfrm>
            <a:off x="361975" y="2841984"/>
            <a:ext cx="3154800" cy="21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8" name="Google Shape;28;p5"/>
          <p:cNvSpPr txBox="1"/>
          <p:nvPr>
            <p:ph type="title"/>
          </p:nvPr>
        </p:nvSpPr>
        <p:spPr>
          <a:xfrm>
            <a:off x="361975" y="962100"/>
            <a:ext cx="41631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9" name="Google Shape;29;p5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0" name="Google Shape;30;p5"/>
          <p:cNvSpPr txBox="1"/>
          <p:nvPr>
            <p:ph idx="2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1" name="Google Shape;31;p5"/>
          <p:cNvSpPr txBox="1"/>
          <p:nvPr>
            <p:ph idx="3" type="subTitle"/>
          </p:nvPr>
        </p:nvSpPr>
        <p:spPr>
          <a:xfrm>
            <a:off x="4909675" y="2841984"/>
            <a:ext cx="3154800" cy="21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2" name="Google Shape;32;p5"/>
          <p:cNvSpPr txBox="1"/>
          <p:nvPr>
            <p:ph idx="4" type="subTitle"/>
          </p:nvPr>
        </p:nvSpPr>
        <p:spPr>
          <a:xfrm>
            <a:off x="361975" y="3493626"/>
            <a:ext cx="3154800" cy="21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3" name="Google Shape;33;p5"/>
          <p:cNvSpPr txBox="1"/>
          <p:nvPr>
            <p:ph idx="5" type="subTitle"/>
          </p:nvPr>
        </p:nvSpPr>
        <p:spPr>
          <a:xfrm>
            <a:off x="4909675" y="3493626"/>
            <a:ext cx="3154800" cy="21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4" name="Google Shape;34;p5"/>
          <p:cNvSpPr txBox="1"/>
          <p:nvPr>
            <p:ph idx="6" type="subTitle"/>
          </p:nvPr>
        </p:nvSpPr>
        <p:spPr>
          <a:xfrm>
            <a:off x="361975" y="4145267"/>
            <a:ext cx="3154800" cy="21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5" name="Google Shape;35;p5"/>
          <p:cNvSpPr txBox="1"/>
          <p:nvPr>
            <p:ph idx="7" type="subTitle"/>
          </p:nvPr>
        </p:nvSpPr>
        <p:spPr>
          <a:xfrm>
            <a:off x="4909675" y="4145267"/>
            <a:ext cx="3154800" cy="21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Horizontal - Light">
  <p:cSld name="BLANK_1_1_1_1_1_1_1_1_1_1_1_1_1_1_2">
    <p:bg>
      <p:bgPr>
        <a:solidFill>
          <a:schemeClr val="accent6"/>
        </a:solidFill>
      </p:bgPr>
    </p:bg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u="sng"/>
          </a:p>
        </p:txBody>
      </p:sp>
      <p:sp>
        <p:nvSpPr>
          <p:cNvPr id="38" name="Google Shape;38;p6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2" type="body"/>
          </p:nvPr>
        </p:nvSpPr>
        <p:spPr>
          <a:xfrm>
            <a:off x="4845475" y="1361028"/>
            <a:ext cx="3382500" cy="431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9pPr>
          </a:lstStyle>
          <a:p/>
        </p:txBody>
      </p:sp>
      <p:sp>
        <p:nvSpPr>
          <p:cNvPr id="40" name="Google Shape;40;p6"/>
          <p:cNvSpPr txBox="1"/>
          <p:nvPr>
            <p:ph idx="3" type="subTitle"/>
          </p:nvPr>
        </p:nvSpPr>
        <p:spPr>
          <a:xfrm>
            <a:off x="4845475" y="1028377"/>
            <a:ext cx="3382500" cy="237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41" name="Google Shape;41;p6"/>
          <p:cNvSpPr txBox="1"/>
          <p:nvPr>
            <p:ph idx="4" type="body"/>
          </p:nvPr>
        </p:nvSpPr>
        <p:spPr>
          <a:xfrm>
            <a:off x="4845475" y="2595865"/>
            <a:ext cx="3382500" cy="431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2" name="Google Shape;42;p6"/>
          <p:cNvSpPr txBox="1"/>
          <p:nvPr>
            <p:ph idx="5" type="subTitle"/>
          </p:nvPr>
        </p:nvSpPr>
        <p:spPr>
          <a:xfrm>
            <a:off x="4845475" y="2263215"/>
            <a:ext cx="3382500" cy="237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43" name="Google Shape;43;p6"/>
          <p:cNvSpPr txBox="1"/>
          <p:nvPr>
            <p:ph idx="6" type="body"/>
          </p:nvPr>
        </p:nvSpPr>
        <p:spPr>
          <a:xfrm>
            <a:off x="4845475" y="3870078"/>
            <a:ext cx="3382500" cy="431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4" name="Google Shape;44;p6"/>
          <p:cNvSpPr txBox="1"/>
          <p:nvPr>
            <p:ph idx="7" type="subTitle"/>
          </p:nvPr>
        </p:nvSpPr>
        <p:spPr>
          <a:xfrm>
            <a:off x="4845475" y="3537427"/>
            <a:ext cx="3382500" cy="237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45" name="Google Shape;45;p6"/>
          <p:cNvSpPr txBox="1"/>
          <p:nvPr>
            <p:ph type="title"/>
          </p:nvPr>
        </p:nvSpPr>
        <p:spPr>
          <a:xfrm>
            <a:off x="361975" y="988555"/>
            <a:ext cx="38601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9pPr>
          </a:lstStyle>
          <a:p/>
        </p:txBody>
      </p:sp>
      <p:sp>
        <p:nvSpPr>
          <p:cNvPr id="46" name="Google Shape;46;p6"/>
          <p:cNvSpPr txBox="1"/>
          <p:nvPr>
            <p:ph idx="8" type="subTitle"/>
          </p:nvPr>
        </p:nvSpPr>
        <p:spPr>
          <a:xfrm>
            <a:off x="361975" y="732775"/>
            <a:ext cx="3860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Horizontal - Light - Alt 1">
  <p:cSld name="BLANK_1_1_1_1_1_1_1_1_1_1_1_1_1_1_2_2">
    <p:bg>
      <p:bgPr>
        <a:solidFill>
          <a:schemeClr val="accent6"/>
        </a:solidFill>
      </p:bgPr>
    </p:bg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7"/>
          <p:cNvSpPr txBox="1"/>
          <p:nvPr>
            <p:ph idx="2" type="body"/>
          </p:nvPr>
        </p:nvSpPr>
        <p:spPr>
          <a:xfrm>
            <a:off x="4845475" y="998689"/>
            <a:ext cx="33825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9pPr>
          </a:lstStyle>
          <a:p/>
        </p:txBody>
      </p:sp>
      <p:sp>
        <p:nvSpPr>
          <p:cNvPr id="50" name="Google Shape;50;p7"/>
          <p:cNvSpPr txBox="1"/>
          <p:nvPr>
            <p:ph idx="3" type="subTitle"/>
          </p:nvPr>
        </p:nvSpPr>
        <p:spPr>
          <a:xfrm>
            <a:off x="4845475" y="666041"/>
            <a:ext cx="3382500" cy="237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51" name="Google Shape;51;p7"/>
          <p:cNvSpPr txBox="1"/>
          <p:nvPr>
            <p:ph type="title"/>
          </p:nvPr>
        </p:nvSpPr>
        <p:spPr>
          <a:xfrm>
            <a:off x="361975" y="988555"/>
            <a:ext cx="38601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52" name="Google Shape;52;p7"/>
          <p:cNvSpPr txBox="1"/>
          <p:nvPr>
            <p:ph idx="4" type="subTitle"/>
          </p:nvPr>
        </p:nvSpPr>
        <p:spPr>
          <a:xfrm>
            <a:off x="361975" y="732775"/>
            <a:ext cx="3860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7"/>
          <p:cNvSpPr txBox="1"/>
          <p:nvPr>
            <p:ph idx="5" type="body"/>
          </p:nvPr>
        </p:nvSpPr>
        <p:spPr>
          <a:xfrm>
            <a:off x="4845475" y="3927439"/>
            <a:ext cx="33825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4" name="Google Shape;54;p7"/>
          <p:cNvSpPr txBox="1"/>
          <p:nvPr>
            <p:ph idx="6" type="subTitle"/>
          </p:nvPr>
        </p:nvSpPr>
        <p:spPr>
          <a:xfrm>
            <a:off x="4845475" y="3594791"/>
            <a:ext cx="3382500" cy="237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55" name="Google Shape;55;p7"/>
          <p:cNvSpPr txBox="1"/>
          <p:nvPr>
            <p:ph idx="7" type="body"/>
          </p:nvPr>
        </p:nvSpPr>
        <p:spPr>
          <a:xfrm>
            <a:off x="4845475" y="2431037"/>
            <a:ext cx="33825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6" name="Google Shape;56;p7"/>
          <p:cNvSpPr txBox="1"/>
          <p:nvPr>
            <p:ph idx="8" type="subTitle"/>
          </p:nvPr>
        </p:nvSpPr>
        <p:spPr>
          <a:xfrm>
            <a:off x="4845475" y="2098390"/>
            <a:ext cx="3382500" cy="237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57" name="Google Shape;57;p7"/>
          <p:cNvSpPr txBox="1"/>
          <p:nvPr>
            <p:ph idx="9" type="body"/>
          </p:nvPr>
        </p:nvSpPr>
        <p:spPr>
          <a:xfrm>
            <a:off x="356100" y="3243900"/>
            <a:ext cx="2798700" cy="1334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Horizontal - Dark">
  <p:cSld name="BLANK_1_1_1_1_1_1_1_1_1_1_1_1_1_1_2_1">
    <p:bg>
      <p:bgPr>
        <a:solidFill>
          <a:schemeClr val="lt1"/>
        </a:solid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8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0" name="Google Shape;60;p8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1" name="Google Shape;61;p8"/>
          <p:cNvSpPr txBox="1"/>
          <p:nvPr>
            <p:ph idx="2" type="body"/>
          </p:nvPr>
        </p:nvSpPr>
        <p:spPr>
          <a:xfrm>
            <a:off x="4845475" y="1361028"/>
            <a:ext cx="3382500" cy="431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9pPr>
          </a:lstStyle>
          <a:p/>
        </p:txBody>
      </p:sp>
      <p:sp>
        <p:nvSpPr>
          <p:cNvPr id="62" name="Google Shape;62;p8"/>
          <p:cNvSpPr txBox="1"/>
          <p:nvPr>
            <p:ph idx="3" type="subTitle"/>
          </p:nvPr>
        </p:nvSpPr>
        <p:spPr>
          <a:xfrm>
            <a:off x="4845475" y="1028377"/>
            <a:ext cx="3382500" cy="237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63" name="Google Shape;63;p8"/>
          <p:cNvSpPr txBox="1"/>
          <p:nvPr>
            <p:ph idx="4" type="body"/>
          </p:nvPr>
        </p:nvSpPr>
        <p:spPr>
          <a:xfrm>
            <a:off x="4845475" y="2595865"/>
            <a:ext cx="3382500" cy="431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4" name="Google Shape;64;p8"/>
          <p:cNvSpPr txBox="1"/>
          <p:nvPr>
            <p:ph idx="5" type="subTitle"/>
          </p:nvPr>
        </p:nvSpPr>
        <p:spPr>
          <a:xfrm>
            <a:off x="4845475" y="2263215"/>
            <a:ext cx="3382500" cy="237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65" name="Google Shape;65;p8"/>
          <p:cNvSpPr txBox="1"/>
          <p:nvPr>
            <p:ph idx="6" type="body"/>
          </p:nvPr>
        </p:nvSpPr>
        <p:spPr>
          <a:xfrm>
            <a:off x="4845475" y="3870078"/>
            <a:ext cx="3382500" cy="431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Char char="●"/>
              <a:defRPr sz="1000"/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○"/>
              <a:defRPr sz="1000"/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■"/>
              <a:defRPr sz="1000"/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●"/>
              <a:defRPr sz="1000"/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○"/>
              <a:defRPr sz="1000"/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■"/>
              <a:defRPr sz="1000"/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●"/>
              <a:defRPr sz="1000"/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○"/>
              <a:defRPr sz="1000"/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000"/>
              <a:buFont typeface="DM Sans"/>
              <a:buChar char="■"/>
              <a:defRPr sz="1000"/>
            </a:lvl9pPr>
          </a:lstStyle>
          <a:p/>
        </p:txBody>
      </p:sp>
      <p:sp>
        <p:nvSpPr>
          <p:cNvPr id="66" name="Google Shape;66;p8"/>
          <p:cNvSpPr txBox="1"/>
          <p:nvPr>
            <p:ph idx="7" type="subTitle"/>
          </p:nvPr>
        </p:nvSpPr>
        <p:spPr>
          <a:xfrm>
            <a:off x="4845475" y="3537427"/>
            <a:ext cx="3382500" cy="237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67" name="Google Shape;67;p8"/>
          <p:cNvSpPr txBox="1"/>
          <p:nvPr>
            <p:ph type="title"/>
          </p:nvPr>
        </p:nvSpPr>
        <p:spPr>
          <a:xfrm>
            <a:off x="361975" y="988555"/>
            <a:ext cx="38601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8" name="Google Shape;68;p8"/>
          <p:cNvSpPr txBox="1"/>
          <p:nvPr>
            <p:ph idx="8" type="subTitle"/>
          </p:nvPr>
        </p:nvSpPr>
        <p:spPr>
          <a:xfrm>
            <a:off x="361975" y="732775"/>
            <a:ext cx="3860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four big ideas">
  <p:cSld name="BLANK_1_1_1_1_1_1_1_1_1_1_1_1_1_1_1">
    <p:bg>
      <p:bgPr>
        <a:solidFill>
          <a:schemeClr val="lt1"/>
        </a:solid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9"/>
          <p:cNvSpPr txBox="1"/>
          <p:nvPr>
            <p:ph idx="1" type="body"/>
          </p:nvPr>
        </p:nvSpPr>
        <p:spPr>
          <a:xfrm>
            <a:off x="2610420" y="2943375"/>
            <a:ext cx="1645800" cy="1608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9pPr>
          </a:lstStyle>
          <a:p/>
        </p:txBody>
      </p:sp>
      <p:sp>
        <p:nvSpPr>
          <p:cNvPr id="71" name="Google Shape;71;p9"/>
          <p:cNvSpPr txBox="1"/>
          <p:nvPr>
            <p:ph idx="2" type="subTitle"/>
          </p:nvPr>
        </p:nvSpPr>
        <p:spPr>
          <a:xfrm>
            <a:off x="2610418" y="2169054"/>
            <a:ext cx="1645800" cy="45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72" name="Google Shape;72;p9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3" name="Google Shape;73;p9"/>
          <p:cNvSpPr txBox="1"/>
          <p:nvPr>
            <p:ph idx="3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4" name="Google Shape;74;p9"/>
          <p:cNvSpPr txBox="1"/>
          <p:nvPr>
            <p:ph idx="4" type="body"/>
          </p:nvPr>
        </p:nvSpPr>
        <p:spPr>
          <a:xfrm>
            <a:off x="4889772" y="2943375"/>
            <a:ext cx="1645800" cy="1608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5" name="Google Shape;75;p9"/>
          <p:cNvSpPr txBox="1"/>
          <p:nvPr>
            <p:ph idx="5" type="subTitle"/>
          </p:nvPr>
        </p:nvSpPr>
        <p:spPr>
          <a:xfrm>
            <a:off x="4889774" y="2169054"/>
            <a:ext cx="1645800" cy="45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76" name="Google Shape;76;p9"/>
          <p:cNvSpPr txBox="1"/>
          <p:nvPr>
            <p:ph idx="6" type="body"/>
          </p:nvPr>
        </p:nvSpPr>
        <p:spPr>
          <a:xfrm>
            <a:off x="7130875" y="2943375"/>
            <a:ext cx="1645800" cy="1608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9pPr>
          </a:lstStyle>
          <a:p/>
        </p:txBody>
      </p:sp>
      <p:sp>
        <p:nvSpPr>
          <p:cNvPr id="77" name="Google Shape;77;p9"/>
          <p:cNvSpPr txBox="1"/>
          <p:nvPr>
            <p:ph idx="7" type="subTitle"/>
          </p:nvPr>
        </p:nvSpPr>
        <p:spPr>
          <a:xfrm>
            <a:off x="7130874" y="2169054"/>
            <a:ext cx="1645800" cy="45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78" name="Google Shape;78;p9"/>
          <p:cNvSpPr txBox="1"/>
          <p:nvPr>
            <p:ph idx="8" type="body"/>
          </p:nvPr>
        </p:nvSpPr>
        <p:spPr>
          <a:xfrm>
            <a:off x="360525" y="2943375"/>
            <a:ext cx="1645800" cy="1608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9" name="Google Shape;79;p9"/>
          <p:cNvSpPr txBox="1"/>
          <p:nvPr>
            <p:ph idx="9" type="subTitle"/>
          </p:nvPr>
        </p:nvSpPr>
        <p:spPr>
          <a:xfrm>
            <a:off x="360533" y="2169054"/>
            <a:ext cx="1645800" cy="45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80" name="Google Shape;80;p9"/>
          <p:cNvSpPr txBox="1"/>
          <p:nvPr>
            <p:ph idx="13" type="subTitle"/>
          </p:nvPr>
        </p:nvSpPr>
        <p:spPr>
          <a:xfrm>
            <a:off x="2490450" y="732775"/>
            <a:ext cx="4163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81" name="Google Shape;81;p9"/>
          <p:cNvSpPr txBox="1"/>
          <p:nvPr>
            <p:ph type="title"/>
          </p:nvPr>
        </p:nvSpPr>
        <p:spPr>
          <a:xfrm>
            <a:off x="1938175" y="988550"/>
            <a:ext cx="52677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ive big ideas">
  <p:cSld name="BLANK_1_1_1_1_1_1_1_1_1_1_1_1_1_1_1_3">
    <p:bg>
      <p:bgPr>
        <a:solidFill>
          <a:schemeClr val="accent2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0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4" name="Google Shape;84;p10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10"/>
          <p:cNvSpPr txBox="1"/>
          <p:nvPr>
            <p:ph idx="2" type="body"/>
          </p:nvPr>
        </p:nvSpPr>
        <p:spPr>
          <a:xfrm>
            <a:off x="361975" y="3231275"/>
            <a:ext cx="1457400" cy="107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86" name="Google Shape;86;p10"/>
          <p:cNvSpPr txBox="1"/>
          <p:nvPr>
            <p:ph idx="3" type="subTitle"/>
          </p:nvPr>
        </p:nvSpPr>
        <p:spPr>
          <a:xfrm>
            <a:off x="361975" y="2556804"/>
            <a:ext cx="1457400" cy="45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87" name="Google Shape;87;p10"/>
          <p:cNvSpPr txBox="1"/>
          <p:nvPr>
            <p:ph idx="4" type="subTitle"/>
          </p:nvPr>
        </p:nvSpPr>
        <p:spPr>
          <a:xfrm>
            <a:off x="2490450" y="732775"/>
            <a:ext cx="4163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88" name="Google Shape;88;p10"/>
          <p:cNvSpPr txBox="1"/>
          <p:nvPr>
            <p:ph type="title"/>
          </p:nvPr>
        </p:nvSpPr>
        <p:spPr>
          <a:xfrm>
            <a:off x="1938175" y="988550"/>
            <a:ext cx="52677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2200"/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 sz="2200"/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 sz="2200"/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 sz="2200"/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 sz="2200"/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 sz="2200"/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 sz="2200"/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 sz="2200"/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 sz="2200"/>
            </a:lvl9pPr>
          </a:lstStyle>
          <a:p/>
        </p:txBody>
      </p:sp>
      <p:sp>
        <p:nvSpPr>
          <p:cNvPr id="89" name="Google Shape;89;p10"/>
          <p:cNvSpPr txBox="1"/>
          <p:nvPr>
            <p:ph idx="5" type="subTitle"/>
          </p:nvPr>
        </p:nvSpPr>
        <p:spPr>
          <a:xfrm>
            <a:off x="7319275" y="2556804"/>
            <a:ext cx="1457400" cy="45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90" name="Google Shape;90;p10"/>
          <p:cNvSpPr txBox="1"/>
          <p:nvPr>
            <p:ph idx="6" type="body"/>
          </p:nvPr>
        </p:nvSpPr>
        <p:spPr>
          <a:xfrm>
            <a:off x="2101300" y="3231275"/>
            <a:ext cx="1457400" cy="107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91" name="Google Shape;91;p10"/>
          <p:cNvSpPr txBox="1"/>
          <p:nvPr>
            <p:ph idx="7" type="body"/>
          </p:nvPr>
        </p:nvSpPr>
        <p:spPr>
          <a:xfrm>
            <a:off x="3840625" y="3231275"/>
            <a:ext cx="1457400" cy="107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92" name="Google Shape;92;p10"/>
          <p:cNvSpPr txBox="1"/>
          <p:nvPr>
            <p:ph idx="8" type="body"/>
          </p:nvPr>
        </p:nvSpPr>
        <p:spPr>
          <a:xfrm>
            <a:off x="5579950" y="3231275"/>
            <a:ext cx="1457400" cy="107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93" name="Google Shape;93;p10"/>
          <p:cNvSpPr txBox="1"/>
          <p:nvPr>
            <p:ph idx="9" type="subTitle"/>
          </p:nvPr>
        </p:nvSpPr>
        <p:spPr>
          <a:xfrm>
            <a:off x="2101300" y="2556804"/>
            <a:ext cx="1457400" cy="45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94" name="Google Shape;94;p10"/>
          <p:cNvSpPr txBox="1"/>
          <p:nvPr>
            <p:ph idx="13" type="subTitle"/>
          </p:nvPr>
        </p:nvSpPr>
        <p:spPr>
          <a:xfrm>
            <a:off x="3840625" y="2556804"/>
            <a:ext cx="1457400" cy="45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95" name="Google Shape;95;p10"/>
          <p:cNvSpPr txBox="1"/>
          <p:nvPr>
            <p:ph idx="14" type="subTitle"/>
          </p:nvPr>
        </p:nvSpPr>
        <p:spPr>
          <a:xfrm>
            <a:off x="5579950" y="2556804"/>
            <a:ext cx="1457400" cy="45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96" name="Google Shape;96;p10"/>
          <p:cNvSpPr txBox="1"/>
          <p:nvPr>
            <p:ph idx="15" type="body"/>
          </p:nvPr>
        </p:nvSpPr>
        <p:spPr>
          <a:xfrm>
            <a:off x="7319275" y="3231275"/>
            <a:ext cx="1457400" cy="107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 - Alt 1">
  <p:cSld name="BLANK_1_1_1_1_1_1_1_1_1_1_1_1_1_1_1_2">
    <p:bg>
      <p:bgPr>
        <a:solidFill>
          <a:schemeClr val="lt1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1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9" name="Google Shape;99;p11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0" name="Google Shape;100;p11"/>
          <p:cNvSpPr txBox="1"/>
          <p:nvPr>
            <p:ph idx="2" type="body"/>
          </p:nvPr>
        </p:nvSpPr>
        <p:spPr>
          <a:xfrm>
            <a:off x="7130875" y="3628800"/>
            <a:ext cx="1645800" cy="680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01" name="Google Shape;101;p11"/>
          <p:cNvSpPr txBox="1"/>
          <p:nvPr>
            <p:ph idx="3" type="subTitle"/>
          </p:nvPr>
        </p:nvSpPr>
        <p:spPr>
          <a:xfrm>
            <a:off x="7130875" y="2586820"/>
            <a:ext cx="1645800" cy="152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ewsreader SemiBold"/>
              <a:buNone/>
              <a:defRPr sz="1100">
                <a:solidFill>
                  <a:schemeClr val="dk1"/>
                </a:solidFill>
                <a:latin typeface="Newsreader SemiBold"/>
                <a:ea typeface="Newsreader SemiBold"/>
                <a:cs typeface="Newsreader SemiBold"/>
                <a:sym typeface="Newsread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02" name="Google Shape;102;p11"/>
          <p:cNvSpPr txBox="1"/>
          <p:nvPr>
            <p:ph idx="4" type="subTitle"/>
          </p:nvPr>
        </p:nvSpPr>
        <p:spPr>
          <a:xfrm>
            <a:off x="7130875" y="2791120"/>
            <a:ext cx="1645800" cy="15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03" name="Google Shape;103;p11"/>
          <p:cNvSpPr txBox="1"/>
          <p:nvPr>
            <p:ph idx="5" type="body"/>
          </p:nvPr>
        </p:nvSpPr>
        <p:spPr>
          <a:xfrm>
            <a:off x="4892138" y="3628800"/>
            <a:ext cx="1645800" cy="680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04" name="Google Shape;104;p11"/>
          <p:cNvSpPr txBox="1"/>
          <p:nvPr>
            <p:ph idx="6" type="subTitle"/>
          </p:nvPr>
        </p:nvSpPr>
        <p:spPr>
          <a:xfrm>
            <a:off x="4892138" y="2586820"/>
            <a:ext cx="1645800" cy="152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ewsreader SemiBold"/>
              <a:buNone/>
              <a:defRPr sz="1100">
                <a:solidFill>
                  <a:schemeClr val="dk1"/>
                </a:solidFill>
                <a:latin typeface="Newsreader SemiBold"/>
                <a:ea typeface="Newsreader SemiBold"/>
                <a:cs typeface="Newsreader SemiBold"/>
                <a:sym typeface="Newsread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05" name="Google Shape;105;p11"/>
          <p:cNvSpPr txBox="1"/>
          <p:nvPr>
            <p:ph idx="7" type="subTitle"/>
          </p:nvPr>
        </p:nvSpPr>
        <p:spPr>
          <a:xfrm>
            <a:off x="4892138" y="2791120"/>
            <a:ext cx="1645800" cy="15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06" name="Google Shape;106;p11"/>
          <p:cNvSpPr txBox="1"/>
          <p:nvPr>
            <p:ph idx="8" type="body"/>
          </p:nvPr>
        </p:nvSpPr>
        <p:spPr>
          <a:xfrm>
            <a:off x="2607050" y="3628800"/>
            <a:ext cx="1645800" cy="680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07" name="Google Shape;107;p11"/>
          <p:cNvSpPr txBox="1"/>
          <p:nvPr>
            <p:ph idx="9" type="subTitle"/>
          </p:nvPr>
        </p:nvSpPr>
        <p:spPr>
          <a:xfrm>
            <a:off x="2607050" y="2586820"/>
            <a:ext cx="1645800" cy="152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ewsreader SemiBold"/>
              <a:buNone/>
              <a:defRPr sz="1100">
                <a:solidFill>
                  <a:schemeClr val="dk1"/>
                </a:solidFill>
                <a:latin typeface="Newsreader SemiBold"/>
                <a:ea typeface="Newsreader SemiBold"/>
                <a:cs typeface="Newsreader SemiBold"/>
                <a:sym typeface="Newsread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08" name="Google Shape;108;p11"/>
          <p:cNvSpPr txBox="1"/>
          <p:nvPr>
            <p:ph idx="13" type="subTitle"/>
          </p:nvPr>
        </p:nvSpPr>
        <p:spPr>
          <a:xfrm>
            <a:off x="2607050" y="2791120"/>
            <a:ext cx="1645800" cy="15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09" name="Google Shape;109;p11"/>
          <p:cNvSpPr txBox="1"/>
          <p:nvPr>
            <p:ph idx="14" type="body"/>
          </p:nvPr>
        </p:nvSpPr>
        <p:spPr>
          <a:xfrm>
            <a:off x="361975" y="3628800"/>
            <a:ext cx="1645800" cy="680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10" name="Google Shape;110;p11"/>
          <p:cNvSpPr txBox="1"/>
          <p:nvPr>
            <p:ph idx="15" type="subTitle"/>
          </p:nvPr>
        </p:nvSpPr>
        <p:spPr>
          <a:xfrm>
            <a:off x="361975" y="2586820"/>
            <a:ext cx="1645800" cy="152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ewsreader SemiBold"/>
              <a:buNone/>
              <a:defRPr sz="1100">
                <a:solidFill>
                  <a:schemeClr val="dk1"/>
                </a:solidFill>
                <a:latin typeface="Newsreader SemiBold"/>
                <a:ea typeface="Newsreader SemiBold"/>
                <a:cs typeface="Newsreader SemiBold"/>
                <a:sym typeface="Newsread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11" name="Google Shape;111;p11"/>
          <p:cNvSpPr txBox="1"/>
          <p:nvPr>
            <p:ph idx="16" type="subTitle"/>
          </p:nvPr>
        </p:nvSpPr>
        <p:spPr>
          <a:xfrm>
            <a:off x="361975" y="2791120"/>
            <a:ext cx="1645800" cy="15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12" name="Google Shape;112;p11"/>
          <p:cNvSpPr txBox="1"/>
          <p:nvPr>
            <p:ph idx="17" type="subTitle"/>
          </p:nvPr>
        </p:nvSpPr>
        <p:spPr>
          <a:xfrm>
            <a:off x="2490450" y="732775"/>
            <a:ext cx="4163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13" name="Google Shape;113;p11"/>
          <p:cNvSpPr txBox="1"/>
          <p:nvPr>
            <p:ph type="title"/>
          </p:nvPr>
        </p:nvSpPr>
        <p:spPr>
          <a:xfrm>
            <a:off x="1406600" y="988557"/>
            <a:ext cx="63309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">
  <p:cSld name="CUSTOM_7_1_1_1_1_1_1_1_1_1_1_1_1_1_1_1_1">
    <p:bg>
      <p:bgPr>
        <a:solidFill>
          <a:schemeClr val="lt1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2"/>
          <p:cNvSpPr/>
          <p:nvPr>
            <p:ph idx="2" type="pic"/>
          </p:nvPr>
        </p:nvSpPr>
        <p:spPr>
          <a:xfrm>
            <a:off x="4587725" y="-8750"/>
            <a:ext cx="4572000" cy="5152200"/>
          </a:xfrm>
          <a:prstGeom prst="rect">
            <a:avLst/>
          </a:prstGeom>
          <a:noFill/>
          <a:ln>
            <a:noFill/>
          </a:ln>
        </p:spPr>
      </p:sp>
      <p:sp>
        <p:nvSpPr>
          <p:cNvPr id="116" name="Google Shape;116;p12"/>
          <p:cNvSpPr txBox="1"/>
          <p:nvPr>
            <p:ph type="title"/>
          </p:nvPr>
        </p:nvSpPr>
        <p:spPr>
          <a:xfrm>
            <a:off x="361975" y="923525"/>
            <a:ext cx="3860100" cy="58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1"/>
                </a:solidFill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7" name="Google Shape;117;p12"/>
          <p:cNvSpPr txBox="1"/>
          <p:nvPr>
            <p:ph idx="1" type="subTitle"/>
          </p:nvPr>
        </p:nvSpPr>
        <p:spPr>
          <a:xfrm>
            <a:off x="361975" y="255533"/>
            <a:ext cx="3860100" cy="37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ewsreader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ewsreader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ewsreader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ewsreader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ewsreader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ewsreader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ewsreader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ewsreader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8" name="Google Shape;118;p12"/>
          <p:cNvSpPr txBox="1"/>
          <p:nvPr>
            <p:ph idx="3" type="body"/>
          </p:nvPr>
        </p:nvSpPr>
        <p:spPr>
          <a:xfrm>
            <a:off x="547575" y="3337797"/>
            <a:ext cx="3492600" cy="1327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 algn="ctr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er and Four steps">
  <p:cSld name="CUSTOM_7_1_1_1_1_1_1_1_1_1_1_1_1_1_1_1_1_1_2">
    <p:bg>
      <p:bgPr>
        <a:solidFill>
          <a:schemeClr val="lt1"/>
        </a:solidFill>
      </p:bgPr>
    </p:bg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3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1" name="Google Shape;121;p13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22" name="Google Shape;122;p13"/>
          <p:cNvSpPr/>
          <p:nvPr/>
        </p:nvSpPr>
        <p:spPr>
          <a:xfrm>
            <a:off x="50" y="2785800"/>
            <a:ext cx="2294400" cy="2357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23" name="Google Shape;123;p13"/>
          <p:cNvSpPr/>
          <p:nvPr/>
        </p:nvSpPr>
        <p:spPr>
          <a:xfrm>
            <a:off x="2286125" y="2068875"/>
            <a:ext cx="2294400" cy="30747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24" name="Google Shape;124;p13"/>
          <p:cNvSpPr/>
          <p:nvPr/>
        </p:nvSpPr>
        <p:spPr>
          <a:xfrm>
            <a:off x="4565475" y="1495326"/>
            <a:ext cx="2294400" cy="3648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25" name="Google Shape;125;p13"/>
          <p:cNvSpPr/>
          <p:nvPr/>
        </p:nvSpPr>
        <p:spPr>
          <a:xfrm>
            <a:off x="6849550" y="732775"/>
            <a:ext cx="2294400" cy="44106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26" name="Google Shape;126;p13"/>
          <p:cNvSpPr txBox="1"/>
          <p:nvPr/>
        </p:nvSpPr>
        <p:spPr>
          <a:xfrm>
            <a:off x="375350" y="4481351"/>
            <a:ext cx="6759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lt1"/>
                </a:solidFill>
                <a:latin typeface="Newsreader"/>
                <a:ea typeface="Newsreader"/>
                <a:cs typeface="Newsreader"/>
                <a:sym typeface="Newsreader"/>
              </a:rPr>
              <a:t>01</a:t>
            </a:r>
            <a:endParaRPr sz="3000">
              <a:solidFill>
                <a:schemeClr val="lt1"/>
              </a:solidFill>
              <a:latin typeface="Newsreader"/>
              <a:ea typeface="Newsreader"/>
              <a:cs typeface="Newsreader"/>
              <a:sym typeface="Newsreader"/>
            </a:endParaRPr>
          </a:p>
        </p:txBody>
      </p:sp>
      <p:sp>
        <p:nvSpPr>
          <p:cNvPr id="127" name="Google Shape;127;p13"/>
          <p:cNvSpPr txBox="1"/>
          <p:nvPr/>
        </p:nvSpPr>
        <p:spPr>
          <a:xfrm>
            <a:off x="2665113" y="4481351"/>
            <a:ext cx="6759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Newsreader"/>
                <a:ea typeface="Newsreader"/>
                <a:cs typeface="Newsreader"/>
                <a:sym typeface="Newsreader"/>
              </a:rPr>
              <a:t>02</a:t>
            </a:r>
            <a:endParaRPr sz="3000">
              <a:solidFill>
                <a:schemeClr val="dk1"/>
              </a:solidFill>
              <a:latin typeface="Newsreader"/>
              <a:ea typeface="Newsreader"/>
              <a:cs typeface="Newsreader"/>
              <a:sym typeface="Newsreader"/>
            </a:endParaRPr>
          </a:p>
        </p:txBody>
      </p:sp>
      <p:sp>
        <p:nvSpPr>
          <p:cNvPr id="128" name="Google Shape;128;p13"/>
          <p:cNvSpPr txBox="1"/>
          <p:nvPr/>
        </p:nvSpPr>
        <p:spPr>
          <a:xfrm>
            <a:off x="4937688" y="4481351"/>
            <a:ext cx="6759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lt1"/>
                </a:solidFill>
                <a:latin typeface="Newsreader"/>
                <a:ea typeface="Newsreader"/>
                <a:cs typeface="Newsreader"/>
                <a:sym typeface="Newsreader"/>
              </a:rPr>
              <a:t>03</a:t>
            </a:r>
            <a:endParaRPr sz="3000">
              <a:solidFill>
                <a:schemeClr val="lt1"/>
              </a:solidFill>
              <a:latin typeface="Newsreader"/>
              <a:ea typeface="Newsreader"/>
              <a:cs typeface="Newsreader"/>
              <a:sym typeface="Newsreader"/>
            </a:endParaRPr>
          </a:p>
        </p:txBody>
      </p:sp>
      <p:sp>
        <p:nvSpPr>
          <p:cNvPr id="129" name="Google Shape;129;p13"/>
          <p:cNvSpPr txBox="1"/>
          <p:nvPr/>
        </p:nvSpPr>
        <p:spPr>
          <a:xfrm>
            <a:off x="7230513" y="4481351"/>
            <a:ext cx="6759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lt1"/>
                </a:solidFill>
                <a:latin typeface="Newsreader"/>
                <a:ea typeface="Newsreader"/>
                <a:cs typeface="Newsreader"/>
                <a:sym typeface="Newsreader"/>
              </a:rPr>
              <a:t>04</a:t>
            </a:r>
            <a:endParaRPr sz="3000">
              <a:solidFill>
                <a:schemeClr val="lt1"/>
              </a:solidFill>
              <a:latin typeface="Newsreader"/>
              <a:ea typeface="Newsreader"/>
              <a:cs typeface="Newsreader"/>
              <a:sym typeface="Newsreader"/>
            </a:endParaRPr>
          </a:p>
        </p:txBody>
      </p:sp>
      <p:sp>
        <p:nvSpPr>
          <p:cNvPr id="130" name="Google Shape;130;p13"/>
          <p:cNvSpPr txBox="1"/>
          <p:nvPr>
            <p:ph type="title"/>
          </p:nvPr>
        </p:nvSpPr>
        <p:spPr>
          <a:xfrm>
            <a:off x="361975" y="988782"/>
            <a:ext cx="3231600" cy="76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ewsreader"/>
              <a:buNone/>
              <a:defRPr sz="22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ewsreader"/>
              <a:buNone/>
              <a:defRPr sz="2200">
                <a:solidFill>
                  <a:schemeClr val="dk1"/>
                </a:solidFill>
                <a:latin typeface="Newsreader"/>
                <a:ea typeface="Newsreader"/>
                <a:cs typeface="Newsreader"/>
                <a:sym typeface="Newsread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ewsreader"/>
              <a:buNone/>
              <a:defRPr sz="2200">
                <a:solidFill>
                  <a:schemeClr val="dk1"/>
                </a:solidFill>
                <a:latin typeface="Newsreader"/>
                <a:ea typeface="Newsreader"/>
                <a:cs typeface="Newsreader"/>
                <a:sym typeface="Newsread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ewsreader"/>
              <a:buNone/>
              <a:defRPr sz="2200">
                <a:solidFill>
                  <a:schemeClr val="dk1"/>
                </a:solidFill>
                <a:latin typeface="Newsreader"/>
                <a:ea typeface="Newsreader"/>
                <a:cs typeface="Newsreader"/>
                <a:sym typeface="Newsread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ewsreader"/>
              <a:buNone/>
              <a:defRPr sz="2200">
                <a:solidFill>
                  <a:schemeClr val="dk1"/>
                </a:solidFill>
                <a:latin typeface="Newsreader"/>
                <a:ea typeface="Newsreader"/>
                <a:cs typeface="Newsreader"/>
                <a:sym typeface="Newsread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ewsreader"/>
              <a:buNone/>
              <a:defRPr sz="2200">
                <a:solidFill>
                  <a:schemeClr val="dk1"/>
                </a:solidFill>
                <a:latin typeface="Newsreader"/>
                <a:ea typeface="Newsreader"/>
                <a:cs typeface="Newsreader"/>
                <a:sym typeface="Newsread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ewsreader"/>
              <a:buNone/>
              <a:defRPr sz="2200">
                <a:solidFill>
                  <a:schemeClr val="dk1"/>
                </a:solidFill>
                <a:latin typeface="Newsreader"/>
                <a:ea typeface="Newsreader"/>
                <a:cs typeface="Newsreader"/>
                <a:sym typeface="Newsread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ewsreader"/>
              <a:buNone/>
              <a:defRPr sz="2200">
                <a:solidFill>
                  <a:schemeClr val="dk1"/>
                </a:solidFill>
                <a:latin typeface="Newsreader"/>
                <a:ea typeface="Newsreader"/>
                <a:cs typeface="Newsreader"/>
                <a:sym typeface="Newsread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ewsreader"/>
              <a:buNone/>
              <a:defRPr sz="2200">
                <a:solidFill>
                  <a:schemeClr val="dk1"/>
                </a:solidFill>
                <a:latin typeface="Newsreader"/>
                <a:ea typeface="Newsreader"/>
                <a:cs typeface="Newsreader"/>
                <a:sym typeface="Newsreader"/>
              </a:defRPr>
            </a:lvl9pPr>
          </a:lstStyle>
          <a:p/>
        </p:txBody>
      </p:sp>
      <p:sp>
        <p:nvSpPr>
          <p:cNvPr id="131" name="Google Shape;131;p13"/>
          <p:cNvSpPr txBox="1"/>
          <p:nvPr>
            <p:ph idx="2" type="subTitle"/>
          </p:nvPr>
        </p:nvSpPr>
        <p:spPr>
          <a:xfrm>
            <a:off x="382691" y="3129231"/>
            <a:ext cx="1257300" cy="15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2" name="Google Shape;132;p13"/>
          <p:cNvSpPr txBox="1"/>
          <p:nvPr>
            <p:ph idx="3" type="subTitle"/>
          </p:nvPr>
        </p:nvSpPr>
        <p:spPr>
          <a:xfrm>
            <a:off x="377048" y="3344302"/>
            <a:ext cx="1689600" cy="96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33" name="Google Shape;133;p13"/>
          <p:cNvSpPr txBox="1"/>
          <p:nvPr>
            <p:ph idx="4" type="subTitle"/>
          </p:nvPr>
        </p:nvSpPr>
        <p:spPr>
          <a:xfrm>
            <a:off x="2671462" y="2450249"/>
            <a:ext cx="1257300" cy="15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SemiBold"/>
              <a:buNone/>
              <a:defRPr sz="1000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34" name="Google Shape;134;p13"/>
          <p:cNvSpPr txBox="1"/>
          <p:nvPr>
            <p:ph idx="5" type="subTitle"/>
          </p:nvPr>
        </p:nvSpPr>
        <p:spPr>
          <a:xfrm>
            <a:off x="2665825" y="2665171"/>
            <a:ext cx="1689600" cy="142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35" name="Google Shape;135;p13"/>
          <p:cNvSpPr txBox="1"/>
          <p:nvPr>
            <p:ph idx="6" type="subTitle"/>
          </p:nvPr>
        </p:nvSpPr>
        <p:spPr>
          <a:xfrm>
            <a:off x="4943337" y="1884672"/>
            <a:ext cx="1257300" cy="15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6" name="Google Shape;136;p13"/>
          <p:cNvSpPr txBox="1"/>
          <p:nvPr>
            <p:ph idx="7" type="subTitle"/>
          </p:nvPr>
        </p:nvSpPr>
        <p:spPr>
          <a:xfrm>
            <a:off x="4937700" y="2099593"/>
            <a:ext cx="1689600" cy="162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37" name="Google Shape;137;p13"/>
          <p:cNvSpPr txBox="1"/>
          <p:nvPr>
            <p:ph idx="8" type="subTitle"/>
          </p:nvPr>
        </p:nvSpPr>
        <p:spPr>
          <a:xfrm>
            <a:off x="7238787" y="1057472"/>
            <a:ext cx="1257300" cy="15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8" name="Google Shape;138;p13"/>
          <p:cNvSpPr txBox="1"/>
          <p:nvPr>
            <p:ph idx="9" type="subTitle"/>
          </p:nvPr>
        </p:nvSpPr>
        <p:spPr>
          <a:xfrm>
            <a:off x="7233150" y="1272358"/>
            <a:ext cx="1689600" cy="2196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- Light">
  <p:cSld name="CUSTOM_7_1_1_1_1_1_1_1_1_1_1_1_1_1_1_1_1_1_1_1"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4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1" name="Google Shape;141;p14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2" name="Google Shape;142;p14"/>
          <p:cNvSpPr txBox="1"/>
          <p:nvPr>
            <p:ph type="title"/>
          </p:nvPr>
        </p:nvSpPr>
        <p:spPr>
          <a:xfrm>
            <a:off x="1453650" y="1325938"/>
            <a:ext cx="6236700" cy="2011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25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25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25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25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25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25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25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25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2500"/>
            </a:lvl9pPr>
          </a:lstStyle>
          <a:p/>
        </p:txBody>
      </p:sp>
      <p:sp>
        <p:nvSpPr>
          <p:cNvPr id="143" name="Google Shape;143;p14"/>
          <p:cNvSpPr/>
          <p:nvPr>
            <p:ph idx="2" type="pic"/>
          </p:nvPr>
        </p:nvSpPr>
        <p:spPr>
          <a:xfrm>
            <a:off x="1442350" y="3492500"/>
            <a:ext cx="408900" cy="4089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44" name="Google Shape;144;p14"/>
          <p:cNvSpPr txBox="1"/>
          <p:nvPr>
            <p:ph idx="3" type="subTitle"/>
          </p:nvPr>
        </p:nvSpPr>
        <p:spPr>
          <a:xfrm>
            <a:off x="1957375" y="3536000"/>
            <a:ext cx="2661600" cy="18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  <p:sp>
        <p:nvSpPr>
          <p:cNvPr id="145" name="Google Shape;145;p14"/>
          <p:cNvSpPr txBox="1"/>
          <p:nvPr>
            <p:ph idx="4" type="subTitle"/>
          </p:nvPr>
        </p:nvSpPr>
        <p:spPr>
          <a:xfrm>
            <a:off x="1957375" y="3678443"/>
            <a:ext cx="2661600" cy="18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- Dark">
  <p:cSld name="CUSTOM_7_1_1_1_1_1_1_1_1_1_1_1_1_1_1_1_1_1_1_1_1">
    <p:bg>
      <p:bgPr>
        <a:solidFill>
          <a:schemeClr val="lt1"/>
        </a:solidFill>
      </p:bgPr>
    </p:bg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5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8" name="Google Shape;148;p15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49" name="Google Shape;149;p15"/>
          <p:cNvSpPr txBox="1"/>
          <p:nvPr>
            <p:ph type="title"/>
          </p:nvPr>
        </p:nvSpPr>
        <p:spPr>
          <a:xfrm>
            <a:off x="1453650" y="1325938"/>
            <a:ext cx="6236700" cy="2011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50" name="Google Shape;150;p15"/>
          <p:cNvSpPr/>
          <p:nvPr>
            <p:ph idx="2" type="pic"/>
          </p:nvPr>
        </p:nvSpPr>
        <p:spPr>
          <a:xfrm>
            <a:off x="1442350" y="3492500"/>
            <a:ext cx="408900" cy="4089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51" name="Google Shape;151;p15"/>
          <p:cNvSpPr txBox="1"/>
          <p:nvPr>
            <p:ph idx="3" type="subTitle"/>
          </p:nvPr>
        </p:nvSpPr>
        <p:spPr>
          <a:xfrm>
            <a:off x="1957375" y="3536000"/>
            <a:ext cx="2661600" cy="18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SemiBold"/>
              <a:buNone/>
              <a:defRPr sz="1000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SemiBold"/>
              <a:buNone/>
              <a:defRPr sz="1000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SemiBold"/>
              <a:buNone/>
              <a:defRPr sz="1000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SemiBold"/>
              <a:buNone/>
              <a:defRPr sz="1000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SemiBold"/>
              <a:buNone/>
              <a:defRPr sz="1000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SemiBold"/>
              <a:buNone/>
              <a:defRPr sz="1000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SemiBold"/>
              <a:buNone/>
              <a:defRPr sz="1000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SemiBold"/>
              <a:buNone/>
              <a:defRPr sz="1000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SemiBold"/>
              <a:buNone/>
              <a:defRPr sz="1000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  <p:sp>
        <p:nvSpPr>
          <p:cNvPr id="152" name="Google Shape;152;p15"/>
          <p:cNvSpPr txBox="1"/>
          <p:nvPr>
            <p:ph idx="4" type="subTitle"/>
          </p:nvPr>
        </p:nvSpPr>
        <p:spPr>
          <a:xfrm>
            <a:off x="1957375" y="3678443"/>
            <a:ext cx="2661600" cy="18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ive modules">
  <p:cSld name="CUSTOM">
    <p:bg>
      <p:bgPr>
        <a:solidFill>
          <a:schemeClr val="lt1"/>
        </a:solidFill>
      </p:bgPr>
    </p:bg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6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55" name="Google Shape;155;p16"/>
          <p:cNvSpPr txBox="1"/>
          <p:nvPr>
            <p:ph type="title"/>
          </p:nvPr>
        </p:nvSpPr>
        <p:spPr>
          <a:xfrm>
            <a:off x="361975" y="988555"/>
            <a:ext cx="38601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56" name="Google Shape;156;p16"/>
          <p:cNvSpPr txBox="1"/>
          <p:nvPr>
            <p:ph idx="2" type="subTitle"/>
          </p:nvPr>
        </p:nvSpPr>
        <p:spPr>
          <a:xfrm>
            <a:off x="361975" y="732775"/>
            <a:ext cx="3860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57" name="Google Shape;157;p16"/>
          <p:cNvSpPr txBox="1"/>
          <p:nvPr>
            <p:ph idx="3" type="body"/>
          </p:nvPr>
        </p:nvSpPr>
        <p:spPr>
          <a:xfrm>
            <a:off x="361975" y="3256513"/>
            <a:ext cx="3860100" cy="1327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58" name="Google Shape;158;p16"/>
          <p:cNvSpPr txBox="1"/>
          <p:nvPr>
            <p:ph idx="4" type="title"/>
          </p:nvPr>
        </p:nvSpPr>
        <p:spPr>
          <a:xfrm>
            <a:off x="4800825" y="258072"/>
            <a:ext cx="17622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2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9pPr>
          </a:lstStyle>
          <a:p/>
        </p:txBody>
      </p:sp>
      <p:sp>
        <p:nvSpPr>
          <p:cNvPr id="159" name="Google Shape;159;p16"/>
          <p:cNvSpPr txBox="1"/>
          <p:nvPr>
            <p:ph idx="5" type="title"/>
          </p:nvPr>
        </p:nvSpPr>
        <p:spPr>
          <a:xfrm>
            <a:off x="7094925" y="258072"/>
            <a:ext cx="17622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60" name="Google Shape;160;p16"/>
          <p:cNvSpPr txBox="1"/>
          <p:nvPr>
            <p:ph idx="6" type="title"/>
          </p:nvPr>
        </p:nvSpPr>
        <p:spPr>
          <a:xfrm>
            <a:off x="4800825" y="1698225"/>
            <a:ext cx="17622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2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61" name="Google Shape;161;p16"/>
          <p:cNvSpPr txBox="1"/>
          <p:nvPr>
            <p:ph idx="7" type="body"/>
          </p:nvPr>
        </p:nvSpPr>
        <p:spPr>
          <a:xfrm>
            <a:off x="4800825" y="4122308"/>
            <a:ext cx="3975900" cy="461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9pPr>
          </a:lstStyle>
          <a:p/>
        </p:txBody>
      </p:sp>
      <p:sp>
        <p:nvSpPr>
          <p:cNvPr id="162" name="Google Shape;162;p16"/>
          <p:cNvSpPr txBox="1"/>
          <p:nvPr>
            <p:ph idx="8" type="title"/>
          </p:nvPr>
        </p:nvSpPr>
        <p:spPr>
          <a:xfrm>
            <a:off x="4800825" y="3215225"/>
            <a:ext cx="3975900" cy="798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62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63" name="Google Shape;163;p16"/>
          <p:cNvSpPr txBox="1"/>
          <p:nvPr>
            <p:ph idx="9" type="body"/>
          </p:nvPr>
        </p:nvSpPr>
        <p:spPr>
          <a:xfrm>
            <a:off x="4800825" y="2268700"/>
            <a:ext cx="1762200" cy="461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64" name="Google Shape;164;p16"/>
          <p:cNvSpPr txBox="1"/>
          <p:nvPr>
            <p:ph idx="13" type="body"/>
          </p:nvPr>
        </p:nvSpPr>
        <p:spPr>
          <a:xfrm>
            <a:off x="7115650" y="2268700"/>
            <a:ext cx="1762200" cy="461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65" name="Google Shape;165;p16"/>
          <p:cNvSpPr txBox="1"/>
          <p:nvPr>
            <p:ph idx="14" type="body"/>
          </p:nvPr>
        </p:nvSpPr>
        <p:spPr>
          <a:xfrm>
            <a:off x="4800825" y="860100"/>
            <a:ext cx="1762200" cy="461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ix modules">
  <p:cSld name="CUSTOM_1">
    <p:bg>
      <p:bgPr>
        <a:solidFill>
          <a:schemeClr val="lt1"/>
        </a:solidFill>
      </p:bgPr>
    </p:bg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7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68" name="Google Shape;168;p17"/>
          <p:cNvSpPr txBox="1"/>
          <p:nvPr>
            <p:ph type="title"/>
          </p:nvPr>
        </p:nvSpPr>
        <p:spPr>
          <a:xfrm>
            <a:off x="361975" y="988555"/>
            <a:ext cx="38601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69" name="Google Shape;169;p17"/>
          <p:cNvSpPr txBox="1"/>
          <p:nvPr>
            <p:ph idx="2" type="subTitle"/>
          </p:nvPr>
        </p:nvSpPr>
        <p:spPr>
          <a:xfrm>
            <a:off x="361975" y="732775"/>
            <a:ext cx="3860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70" name="Google Shape;170;p17"/>
          <p:cNvSpPr txBox="1"/>
          <p:nvPr>
            <p:ph idx="3" type="body"/>
          </p:nvPr>
        </p:nvSpPr>
        <p:spPr>
          <a:xfrm>
            <a:off x="4800825" y="3665600"/>
            <a:ext cx="3975900" cy="111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71" name="Google Shape;171;p17"/>
          <p:cNvSpPr txBox="1"/>
          <p:nvPr>
            <p:ph idx="4" type="subTitle"/>
          </p:nvPr>
        </p:nvSpPr>
        <p:spPr>
          <a:xfrm>
            <a:off x="4800825" y="3285232"/>
            <a:ext cx="39759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72" name="Google Shape;172;p17"/>
          <p:cNvSpPr txBox="1"/>
          <p:nvPr>
            <p:ph idx="5" type="body"/>
          </p:nvPr>
        </p:nvSpPr>
        <p:spPr>
          <a:xfrm>
            <a:off x="2611802" y="3665600"/>
            <a:ext cx="1627500" cy="111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Char char="●"/>
              <a:defRPr sz="1000"/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○"/>
              <a:defRPr sz="1000"/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■"/>
              <a:defRPr sz="1000"/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●"/>
              <a:defRPr sz="1000"/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○"/>
              <a:defRPr sz="1000"/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■"/>
              <a:defRPr sz="1000"/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●"/>
              <a:defRPr sz="1000"/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○"/>
              <a:defRPr sz="1000"/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000"/>
              <a:buFont typeface="DM Sans"/>
              <a:buChar char="■"/>
              <a:defRPr sz="1000"/>
            </a:lvl9pPr>
          </a:lstStyle>
          <a:p/>
        </p:txBody>
      </p:sp>
      <p:sp>
        <p:nvSpPr>
          <p:cNvPr id="173" name="Google Shape;173;p17"/>
          <p:cNvSpPr txBox="1"/>
          <p:nvPr>
            <p:ph idx="6" type="subTitle"/>
          </p:nvPr>
        </p:nvSpPr>
        <p:spPr>
          <a:xfrm>
            <a:off x="2611802" y="3285232"/>
            <a:ext cx="16275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174" name="Google Shape;174;p17"/>
          <p:cNvSpPr txBox="1"/>
          <p:nvPr>
            <p:ph idx="7" type="body"/>
          </p:nvPr>
        </p:nvSpPr>
        <p:spPr>
          <a:xfrm>
            <a:off x="361977" y="3665600"/>
            <a:ext cx="1627500" cy="111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75" name="Google Shape;175;p17"/>
          <p:cNvSpPr txBox="1"/>
          <p:nvPr>
            <p:ph idx="8" type="subTitle"/>
          </p:nvPr>
        </p:nvSpPr>
        <p:spPr>
          <a:xfrm>
            <a:off x="361977" y="3285232"/>
            <a:ext cx="16275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76" name="Google Shape;176;p17"/>
          <p:cNvSpPr txBox="1"/>
          <p:nvPr>
            <p:ph idx="9" type="body"/>
          </p:nvPr>
        </p:nvSpPr>
        <p:spPr>
          <a:xfrm>
            <a:off x="4900725" y="1196103"/>
            <a:ext cx="1627500" cy="138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77" name="Google Shape;177;p17"/>
          <p:cNvSpPr txBox="1"/>
          <p:nvPr>
            <p:ph idx="13" type="subTitle"/>
          </p:nvPr>
        </p:nvSpPr>
        <p:spPr>
          <a:xfrm>
            <a:off x="4900725" y="706863"/>
            <a:ext cx="16275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78" name="Google Shape;178;p17"/>
          <p:cNvSpPr txBox="1"/>
          <p:nvPr>
            <p:ph idx="14" type="body"/>
          </p:nvPr>
        </p:nvSpPr>
        <p:spPr>
          <a:xfrm>
            <a:off x="7149175" y="1196103"/>
            <a:ext cx="1627500" cy="138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9pPr>
          </a:lstStyle>
          <a:p/>
        </p:txBody>
      </p:sp>
      <p:sp>
        <p:nvSpPr>
          <p:cNvPr id="179" name="Google Shape;179;p17"/>
          <p:cNvSpPr txBox="1"/>
          <p:nvPr>
            <p:ph idx="15" type="subTitle"/>
          </p:nvPr>
        </p:nvSpPr>
        <p:spPr>
          <a:xfrm>
            <a:off x="7149175" y="706863"/>
            <a:ext cx="16275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180" name="Google Shape;180;p17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modules">
  <p:cSld name="CUSTOM_1_1">
    <p:bg>
      <p:bgPr>
        <a:solidFill>
          <a:schemeClr val="lt1"/>
        </a:solidFill>
      </p:bgPr>
    </p:bg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8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83" name="Google Shape;183;p18"/>
          <p:cNvSpPr txBox="1"/>
          <p:nvPr>
            <p:ph idx="2" type="subTitle"/>
          </p:nvPr>
        </p:nvSpPr>
        <p:spPr>
          <a:xfrm>
            <a:off x="361975" y="732775"/>
            <a:ext cx="3860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84" name="Google Shape;184;p18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85" name="Google Shape;185;p18"/>
          <p:cNvSpPr txBox="1"/>
          <p:nvPr>
            <p:ph type="title"/>
          </p:nvPr>
        </p:nvSpPr>
        <p:spPr>
          <a:xfrm>
            <a:off x="5796575" y="2351325"/>
            <a:ext cx="9895200" cy="7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>
                <a:solidFill>
                  <a:schemeClr val="dk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86" name="Google Shape;186;p18"/>
          <p:cNvSpPr txBox="1"/>
          <p:nvPr>
            <p:ph idx="3" type="title"/>
          </p:nvPr>
        </p:nvSpPr>
        <p:spPr>
          <a:xfrm>
            <a:off x="5796575" y="507450"/>
            <a:ext cx="9895200" cy="7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/>
            </a:lvl9pPr>
          </a:lstStyle>
          <a:p/>
        </p:txBody>
      </p:sp>
      <p:sp>
        <p:nvSpPr>
          <p:cNvPr id="187" name="Google Shape;187;p18"/>
          <p:cNvSpPr txBox="1"/>
          <p:nvPr>
            <p:ph idx="4" type="subTitle"/>
          </p:nvPr>
        </p:nvSpPr>
        <p:spPr>
          <a:xfrm>
            <a:off x="5712600" y="4290612"/>
            <a:ext cx="2613300" cy="5439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88" name="Google Shape;188;p18"/>
          <p:cNvSpPr txBox="1"/>
          <p:nvPr>
            <p:ph idx="5" type="subTitle"/>
          </p:nvPr>
        </p:nvSpPr>
        <p:spPr>
          <a:xfrm>
            <a:off x="5712600" y="3243901"/>
            <a:ext cx="2613300" cy="432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None/>
              <a:def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89" name="Google Shape;189;p18"/>
          <p:cNvSpPr txBox="1"/>
          <p:nvPr>
            <p:ph idx="6" type="subTitle"/>
          </p:nvPr>
        </p:nvSpPr>
        <p:spPr>
          <a:xfrm>
            <a:off x="5712600" y="1318375"/>
            <a:ext cx="2613300" cy="4830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modules">
  <p:cSld name="CUSTOM_1_1_1"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9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2" name="Google Shape;192;p19"/>
          <p:cNvSpPr txBox="1"/>
          <p:nvPr>
            <p:ph idx="2" type="subTitle"/>
          </p:nvPr>
        </p:nvSpPr>
        <p:spPr>
          <a:xfrm>
            <a:off x="361975" y="732775"/>
            <a:ext cx="3860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3" name="Google Shape;193;p19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94" name="Google Shape;194;p19"/>
          <p:cNvSpPr txBox="1"/>
          <p:nvPr>
            <p:ph type="title"/>
          </p:nvPr>
        </p:nvSpPr>
        <p:spPr>
          <a:xfrm>
            <a:off x="361975" y="988557"/>
            <a:ext cx="50184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atement with image - Alt 1">
  <p:cSld name="CUSTOM_2"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20"/>
          <p:cNvSpPr/>
          <p:nvPr>
            <p:ph idx="2" type="pic"/>
          </p:nvPr>
        </p:nvSpPr>
        <p:spPr>
          <a:xfrm>
            <a:off x="6289075" y="1793300"/>
            <a:ext cx="2853300" cy="3350400"/>
          </a:xfrm>
          <a:prstGeom prst="rect">
            <a:avLst/>
          </a:prstGeom>
          <a:noFill/>
          <a:ln>
            <a:noFill/>
          </a:ln>
        </p:spPr>
      </p:sp>
      <p:sp>
        <p:nvSpPr>
          <p:cNvPr id="197" name="Google Shape;197;p20"/>
          <p:cNvSpPr/>
          <p:nvPr/>
        </p:nvSpPr>
        <p:spPr>
          <a:xfrm>
            <a:off x="6289085" y="0"/>
            <a:ext cx="2853300" cy="1793100"/>
          </a:xfrm>
          <a:prstGeom prst="roundRect">
            <a:avLst>
              <a:gd fmla="val 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98" name="Google Shape;198;p20"/>
          <p:cNvSpPr txBox="1"/>
          <p:nvPr>
            <p:ph type="title"/>
          </p:nvPr>
        </p:nvSpPr>
        <p:spPr>
          <a:xfrm>
            <a:off x="361975" y="988550"/>
            <a:ext cx="5356800" cy="225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22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22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22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22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22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22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22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22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2200"/>
            </a:lvl9pPr>
          </a:lstStyle>
          <a:p/>
        </p:txBody>
      </p:sp>
      <p:sp>
        <p:nvSpPr>
          <p:cNvPr id="199" name="Google Shape;199;p20"/>
          <p:cNvSpPr txBox="1"/>
          <p:nvPr>
            <p:ph idx="1" type="body"/>
          </p:nvPr>
        </p:nvSpPr>
        <p:spPr>
          <a:xfrm>
            <a:off x="361975" y="3541582"/>
            <a:ext cx="3777000" cy="1044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00" name="Google Shape;200;p20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01" name="Google Shape;201;p20"/>
          <p:cNvSpPr txBox="1"/>
          <p:nvPr>
            <p:ph idx="3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atement with image - Alt 2">
  <p:cSld name="CUSTOM_2_1"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21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04" name="Google Shape;204;p21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5" name="Google Shape;205;p21"/>
          <p:cNvSpPr txBox="1"/>
          <p:nvPr>
            <p:ph idx="2" type="body"/>
          </p:nvPr>
        </p:nvSpPr>
        <p:spPr>
          <a:xfrm>
            <a:off x="1957800" y="4195275"/>
            <a:ext cx="5228400" cy="390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 algn="ctr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06" name="Google Shape;206;p21"/>
          <p:cNvSpPr txBox="1"/>
          <p:nvPr>
            <p:ph idx="3" type="subTitle"/>
          </p:nvPr>
        </p:nvSpPr>
        <p:spPr>
          <a:xfrm>
            <a:off x="2490450" y="732775"/>
            <a:ext cx="4163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07" name="Google Shape;207;p21"/>
          <p:cNvSpPr txBox="1"/>
          <p:nvPr>
            <p:ph type="title"/>
          </p:nvPr>
        </p:nvSpPr>
        <p:spPr>
          <a:xfrm>
            <a:off x="719400" y="988550"/>
            <a:ext cx="77052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9pPr>
          </a:lstStyle>
          <a:p/>
        </p:txBody>
      </p:sp>
      <p:sp>
        <p:nvSpPr>
          <p:cNvPr id="208" name="Google Shape;208;p21"/>
          <p:cNvSpPr/>
          <p:nvPr>
            <p:ph idx="4" type="pic"/>
          </p:nvPr>
        </p:nvSpPr>
        <p:spPr>
          <a:xfrm>
            <a:off x="3982589" y="2427948"/>
            <a:ext cx="1179600" cy="14172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atement with image - Alt 3">
  <p:cSld name="CUSTOM_2_1_2">
    <p:bg>
      <p:bgPr>
        <a:solidFill>
          <a:schemeClr val="accent1"/>
        </a:solidFill>
      </p:bgPr>
    </p:bg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22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11" name="Google Shape;211;p22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2" name="Google Shape;212;p22"/>
          <p:cNvSpPr txBox="1"/>
          <p:nvPr>
            <p:ph idx="2" type="subTitle"/>
          </p:nvPr>
        </p:nvSpPr>
        <p:spPr>
          <a:xfrm>
            <a:off x="3154650" y="1051772"/>
            <a:ext cx="4163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13" name="Google Shape;213;p22"/>
          <p:cNvSpPr txBox="1"/>
          <p:nvPr>
            <p:ph type="title"/>
          </p:nvPr>
        </p:nvSpPr>
        <p:spPr>
          <a:xfrm>
            <a:off x="3154650" y="1801500"/>
            <a:ext cx="5622000" cy="28320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9pPr>
          </a:lstStyle>
          <a:p/>
        </p:txBody>
      </p:sp>
      <p:sp>
        <p:nvSpPr>
          <p:cNvPr id="214" name="Google Shape;214;p22"/>
          <p:cNvSpPr/>
          <p:nvPr>
            <p:ph idx="3" type="pic"/>
          </p:nvPr>
        </p:nvSpPr>
        <p:spPr>
          <a:xfrm>
            <a:off x="361975" y="1066100"/>
            <a:ext cx="1967700" cy="13116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section header">
  <p:cSld name="CUSTOM_2_1_2_1_2">
    <p:bg>
      <p:bgPr>
        <a:solidFill>
          <a:schemeClr val="lt1"/>
        </a:solidFill>
      </p:bgPr>
    </p:bg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23"/>
          <p:cNvSpPr/>
          <p:nvPr>
            <p:ph idx="2" type="pic"/>
          </p:nvPr>
        </p:nvSpPr>
        <p:spPr>
          <a:xfrm>
            <a:off x="361975" y="781775"/>
            <a:ext cx="2872800" cy="3783300"/>
          </a:xfrm>
          <a:prstGeom prst="rect">
            <a:avLst/>
          </a:prstGeom>
          <a:noFill/>
          <a:ln>
            <a:noFill/>
          </a:ln>
        </p:spPr>
      </p:sp>
      <p:sp>
        <p:nvSpPr>
          <p:cNvPr id="217" name="Google Shape;217;p23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18" name="Google Shape;218;p23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19" name="Google Shape;219;p23"/>
          <p:cNvSpPr txBox="1"/>
          <p:nvPr>
            <p:ph idx="3" type="subTitle"/>
          </p:nvPr>
        </p:nvSpPr>
        <p:spPr>
          <a:xfrm>
            <a:off x="3657600" y="1051772"/>
            <a:ext cx="4163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None/>
              <a:def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20" name="Google Shape;220;p23"/>
          <p:cNvSpPr txBox="1"/>
          <p:nvPr>
            <p:ph type="title"/>
          </p:nvPr>
        </p:nvSpPr>
        <p:spPr>
          <a:xfrm>
            <a:off x="3657600" y="1555450"/>
            <a:ext cx="5622000" cy="1750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21" name="Google Shape;221;p23"/>
          <p:cNvSpPr txBox="1"/>
          <p:nvPr>
            <p:ph idx="4" type="body"/>
          </p:nvPr>
        </p:nvSpPr>
        <p:spPr>
          <a:xfrm>
            <a:off x="3657600" y="3556575"/>
            <a:ext cx="3554400" cy="10293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atement with image - Alt 5">
  <p:cSld name="CUSTOM_2_1_2_1_1">
    <p:bg>
      <p:bgPr>
        <a:solidFill>
          <a:schemeClr val="accent2"/>
        </a:solidFill>
      </p:bgPr>
    </p:bg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The reflective glass facade of a skyscraper. " id="223" name="Google Shape;223;p24"/>
          <p:cNvPicPr preferRelativeResize="0"/>
          <p:nvPr/>
        </p:nvPicPr>
        <p:blipFill rotWithShape="1">
          <a:blip r:embed="rId2">
            <a:alphaModFix amt="14000"/>
          </a:blip>
          <a:srcRect b="15605" l="0" r="0" t="0"/>
          <a:stretch/>
        </p:blipFill>
        <p:spPr>
          <a:xfrm>
            <a:off x="0" y="-815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24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25" name="Google Shape;225;p24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6" name="Google Shape;226;p24"/>
          <p:cNvSpPr txBox="1"/>
          <p:nvPr>
            <p:ph idx="2" type="body"/>
          </p:nvPr>
        </p:nvSpPr>
        <p:spPr>
          <a:xfrm>
            <a:off x="1957800" y="4195275"/>
            <a:ext cx="5228400" cy="390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1pPr>
            <a:lvl2pPr indent="-292100" lvl="1" marL="9144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2pPr>
            <a:lvl3pPr indent="-292100" lvl="2" marL="13716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3pPr>
            <a:lvl4pPr indent="-292100" lvl="3" marL="18288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4pPr>
            <a:lvl5pPr indent="-292100" lvl="4" marL="22860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5pPr>
            <a:lvl6pPr indent="-292100" lvl="5" marL="27432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6pPr>
            <a:lvl7pPr indent="-292100" lvl="6" marL="32004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7pPr>
            <a:lvl8pPr indent="-292100" lvl="7" marL="36576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8pPr>
            <a:lvl9pPr indent="-292100" lvl="8" marL="4114800" algn="ctr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9pPr>
          </a:lstStyle>
          <a:p/>
        </p:txBody>
      </p:sp>
      <p:sp>
        <p:nvSpPr>
          <p:cNvPr id="227" name="Google Shape;227;p24"/>
          <p:cNvSpPr txBox="1"/>
          <p:nvPr>
            <p:ph idx="3" type="subTitle"/>
          </p:nvPr>
        </p:nvSpPr>
        <p:spPr>
          <a:xfrm>
            <a:off x="2490450" y="732775"/>
            <a:ext cx="4163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28" name="Google Shape;228;p24"/>
          <p:cNvSpPr txBox="1"/>
          <p:nvPr>
            <p:ph type="title"/>
          </p:nvPr>
        </p:nvSpPr>
        <p:spPr>
          <a:xfrm>
            <a:off x="719400" y="988550"/>
            <a:ext cx="77052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9pPr>
          </a:lstStyle>
          <a:p/>
        </p:txBody>
      </p:sp>
      <p:sp>
        <p:nvSpPr>
          <p:cNvPr id="229" name="Google Shape;229;p24"/>
          <p:cNvSpPr/>
          <p:nvPr>
            <p:ph idx="4" type="pic"/>
          </p:nvPr>
        </p:nvSpPr>
        <p:spPr>
          <a:xfrm>
            <a:off x="3588150" y="2027104"/>
            <a:ext cx="1967700" cy="13116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atement - Alt 2">
  <p:cSld name="CUSTOM_2_1_1_1">
    <p:bg>
      <p:bgPr>
        <a:solidFill>
          <a:schemeClr val="accent1"/>
        </a:solidFill>
      </p:bgPr>
    </p:bg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modern glass skyscraper. " id="231" name="Google Shape;231;p25"/>
          <p:cNvPicPr preferRelativeResize="0"/>
          <p:nvPr/>
        </p:nvPicPr>
        <p:blipFill rotWithShape="1">
          <a:blip r:embed="rId2">
            <a:alphaModFix amt="14000"/>
          </a:blip>
          <a:srcRect b="15605" l="0" r="0" t="0"/>
          <a:stretch/>
        </p:blipFill>
        <p:spPr>
          <a:xfrm>
            <a:off x="0" y="-815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232" name="Google Shape;232;p25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33" name="Google Shape;233;p25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4" name="Google Shape;234;p25"/>
          <p:cNvSpPr txBox="1"/>
          <p:nvPr>
            <p:ph idx="2" type="subTitle"/>
          </p:nvPr>
        </p:nvSpPr>
        <p:spPr>
          <a:xfrm>
            <a:off x="2490450" y="732775"/>
            <a:ext cx="4163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35" name="Google Shape;235;p25"/>
          <p:cNvSpPr txBox="1"/>
          <p:nvPr>
            <p:ph type="title"/>
          </p:nvPr>
        </p:nvSpPr>
        <p:spPr>
          <a:xfrm>
            <a:off x="1128900" y="1430400"/>
            <a:ext cx="6886200" cy="228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28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overview - Six modules">
  <p:cSld name="CUSTOM_3">
    <p:bg>
      <p:bgPr>
        <a:solidFill>
          <a:schemeClr val="lt1"/>
        </a:solidFill>
      </p:bgPr>
    </p:bg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37" name="Google Shape;237;p26"/>
          <p:cNvCxnSpPr/>
          <p:nvPr/>
        </p:nvCxnSpPr>
        <p:spPr>
          <a:xfrm>
            <a:off x="6096087" y="1794800"/>
            <a:ext cx="0" cy="275520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8" name="Google Shape;238;p26"/>
          <p:cNvCxnSpPr/>
          <p:nvPr/>
        </p:nvCxnSpPr>
        <p:spPr>
          <a:xfrm>
            <a:off x="3048087" y="1794800"/>
            <a:ext cx="0" cy="275520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9" name="Google Shape;239;p26"/>
          <p:cNvCxnSpPr/>
          <p:nvPr/>
        </p:nvCxnSpPr>
        <p:spPr>
          <a:xfrm>
            <a:off x="50" y="3174279"/>
            <a:ext cx="91440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40" name="Google Shape;240;p26"/>
          <p:cNvSpPr txBox="1"/>
          <p:nvPr>
            <p:ph idx="1" type="subTitle"/>
          </p:nvPr>
        </p:nvSpPr>
        <p:spPr>
          <a:xfrm>
            <a:off x="363200" y="2516650"/>
            <a:ext cx="23217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41" name="Google Shape;241;p26"/>
          <p:cNvSpPr txBox="1"/>
          <p:nvPr>
            <p:ph idx="2" type="subTitle"/>
          </p:nvPr>
        </p:nvSpPr>
        <p:spPr>
          <a:xfrm>
            <a:off x="361975" y="2227250"/>
            <a:ext cx="23217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42" name="Google Shape;242;p26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43" name="Google Shape;243;p26"/>
          <p:cNvSpPr txBox="1"/>
          <p:nvPr>
            <p:ph idx="3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44" name="Google Shape;244;p26"/>
          <p:cNvSpPr txBox="1"/>
          <p:nvPr>
            <p:ph type="title"/>
          </p:nvPr>
        </p:nvSpPr>
        <p:spPr>
          <a:xfrm>
            <a:off x="361975" y="962092"/>
            <a:ext cx="57186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45" name="Google Shape;245;p26"/>
          <p:cNvSpPr txBox="1"/>
          <p:nvPr>
            <p:ph idx="4" type="subTitle"/>
          </p:nvPr>
        </p:nvSpPr>
        <p:spPr>
          <a:xfrm>
            <a:off x="3411825" y="2516650"/>
            <a:ext cx="23217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46" name="Google Shape;246;p26"/>
          <p:cNvSpPr txBox="1"/>
          <p:nvPr>
            <p:ph idx="5" type="subTitle"/>
          </p:nvPr>
        </p:nvSpPr>
        <p:spPr>
          <a:xfrm>
            <a:off x="3410600" y="2227250"/>
            <a:ext cx="23217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47" name="Google Shape;247;p26"/>
          <p:cNvSpPr txBox="1"/>
          <p:nvPr>
            <p:ph idx="6" type="subTitle"/>
          </p:nvPr>
        </p:nvSpPr>
        <p:spPr>
          <a:xfrm>
            <a:off x="6460475" y="2516650"/>
            <a:ext cx="23217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48" name="Google Shape;248;p26"/>
          <p:cNvSpPr txBox="1"/>
          <p:nvPr>
            <p:ph idx="7" type="subTitle"/>
          </p:nvPr>
        </p:nvSpPr>
        <p:spPr>
          <a:xfrm>
            <a:off x="6459250" y="2227250"/>
            <a:ext cx="23217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49" name="Google Shape;249;p26"/>
          <p:cNvSpPr txBox="1"/>
          <p:nvPr>
            <p:ph idx="8" type="subTitle"/>
          </p:nvPr>
        </p:nvSpPr>
        <p:spPr>
          <a:xfrm>
            <a:off x="363200" y="3864775"/>
            <a:ext cx="23217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50" name="Google Shape;250;p26"/>
          <p:cNvSpPr txBox="1"/>
          <p:nvPr>
            <p:ph idx="9" type="subTitle"/>
          </p:nvPr>
        </p:nvSpPr>
        <p:spPr>
          <a:xfrm>
            <a:off x="361975" y="3575375"/>
            <a:ext cx="23217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51" name="Google Shape;251;p26"/>
          <p:cNvSpPr txBox="1"/>
          <p:nvPr>
            <p:ph idx="13" type="subTitle"/>
          </p:nvPr>
        </p:nvSpPr>
        <p:spPr>
          <a:xfrm>
            <a:off x="3411825" y="3864775"/>
            <a:ext cx="23217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52" name="Google Shape;252;p26"/>
          <p:cNvSpPr txBox="1"/>
          <p:nvPr>
            <p:ph idx="14" type="subTitle"/>
          </p:nvPr>
        </p:nvSpPr>
        <p:spPr>
          <a:xfrm>
            <a:off x="3410600" y="3575375"/>
            <a:ext cx="23217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53" name="Google Shape;253;p26"/>
          <p:cNvSpPr txBox="1"/>
          <p:nvPr>
            <p:ph idx="15" type="subTitle"/>
          </p:nvPr>
        </p:nvSpPr>
        <p:spPr>
          <a:xfrm>
            <a:off x="6460475" y="3864775"/>
            <a:ext cx="23217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54" name="Google Shape;254;p26"/>
          <p:cNvSpPr txBox="1"/>
          <p:nvPr>
            <p:ph idx="16" type="subTitle"/>
          </p:nvPr>
        </p:nvSpPr>
        <p:spPr>
          <a:xfrm>
            <a:off x="6459250" y="3575375"/>
            <a:ext cx="23217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udience - Alt 1">
  <p:cSld name="CUSTOM_4"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27"/>
          <p:cNvSpPr txBox="1"/>
          <p:nvPr>
            <p:ph idx="1" type="subTitle"/>
          </p:nvPr>
        </p:nvSpPr>
        <p:spPr>
          <a:xfrm>
            <a:off x="742900" y="2158550"/>
            <a:ext cx="32130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  <p:sp>
        <p:nvSpPr>
          <p:cNvPr id="257" name="Google Shape;257;p27"/>
          <p:cNvSpPr txBox="1"/>
          <p:nvPr>
            <p:ph idx="2" type="body"/>
          </p:nvPr>
        </p:nvSpPr>
        <p:spPr>
          <a:xfrm>
            <a:off x="742900" y="2381875"/>
            <a:ext cx="3213000" cy="461700"/>
          </a:xfrm>
          <a:prstGeom prst="rect">
            <a:avLst/>
          </a:prstGeom>
          <a:noFill/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58" name="Google Shape;258;p27"/>
          <p:cNvSpPr/>
          <p:nvPr>
            <p:ph idx="3" type="pic"/>
          </p:nvPr>
        </p:nvSpPr>
        <p:spPr>
          <a:xfrm>
            <a:off x="5402575" y="0"/>
            <a:ext cx="3739800" cy="3129600"/>
          </a:xfrm>
          <a:prstGeom prst="rect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9" name="Google Shape;259;p27"/>
          <p:cNvSpPr txBox="1"/>
          <p:nvPr>
            <p:ph type="title"/>
          </p:nvPr>
        </p:nvSpPr>
        <p:spPr>
          <a:xfrm>
            <a:off x="361975" y="988550"/>
            <a:ext cx="42972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9pPr>
          </a:lstStyle>
          <a:p/>
        </p:txBody>
      </p:sp>
      <p:sp>
        <p:nvSpPr>
          <p:cNvPr id="260" name="Google Shape;260;p27"/>
          <p:cNvSpPr txBox="1"/>
          <p:nvPr>
            <p:ph idx="4" type="subTitle"/>
          </p:nvPr>
        </p:nvSpPr>
        <p:spPr>
          <a:xfrm>
            <a:off x="361975" y="732775"/>
            <a:ext cx="4163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1" name="Google Shape;261;p27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62" name="Google Shape;262;p27"/>
          <p:cNvSpPr txBox="1"/>
          <p:nvPr>
            <p:ph idx="5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3" name="Google Shape;263;p27"/>
          <p:cNvSpPr txBox="1"/>
          <p:nvPr>
            <p:ph idx="6" type="subTitle"/>
          </p:nvPr>
        </p:nvSpPr>
        <p:spPr>
          <a:xfrm>
            <a:off x="5785175" y="3335324"/>
            <a:ext cx="29916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64" name="Google Shape;264;p27"/>
          <p:cNvSpPr txBox="1"/>
          <p:nvPr>
            <p:ph idx="7" type="subTitle"/>
          </p:nvPr>
        </p:nvSpPr>
        <p:spPr>
          <a:xfrm>
            <a:off x="742900" y="3910855"/>
            <a:ext cx="3213000" cy="138600"/>
          </a:xfrm>
          <a:prstGeom prst="rect">
            <a:avLst/>
          </a:prstGeom>
          <a:noFill/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  <p:sp>
        <p:nvSpPr>
          <p:cNvPr id="265" name="Google Shape;265;p27"/>
          <p:cNvSpPr txBox="1"/>
          <p:nvPr>
            <p:ph idx="8" type="body"/>
          </p:nvPr>
        </p:nvSpPr>
        <p:spPr>
          <a:xfrm>
            <a:off x="742900" y="4134180"/>
            <a:ext cx="3213000" cy="461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66" name="Google Shape;266;p27"/>
          <p:cNvSpPr txBox="1"/>
          <p:nvPr>
            <p:ph idx="9" type="subTitle"/>
          </p:nvPr>
        </p:nvSpPr>
        <p:spPr>
          <a:xfrm>
            <a:off x="742900" y="3050778"/>
            <a:ext cx="3213000" cy="138600"/>
          </a:xfrm>
          <a:prstGeom prst="rect">
            <a:avLst/>
          </a:prstGeom>
          <a:noFill/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  <p:sp>
        <p:nvSpPr>
          <p:cNvPr id="267" name="Google Shape;267;p27"/>
          <p:cNvSpPr txBox="1"/>
          <p:nvPr>
            <p:ph idx="13" type="body"/>
          </p:nvPr>
        </p:nvSpPr>
        <p:spPr>
          <a:xfrm>
            <a:off x="742900" y="3274103"/>
            <a:ext cx="3213000" cy="461700"/>
          </a:xfrm>
          <a:prstGeom prst="rect">
            <a:avLst/>
          </a:prstGeom>
          <a:noFill/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68" name="Google Shape;268;p27"/>
          <p:cNvSpPr txBox="1"/>
          <p:nvPr>
            <p:ph idx="14" type="body"/>
          </p:nvPr>
        </p:nvSpPr>
        <p:spPr>
          <a:xfrm>
            <a:off x="5785175" y="4134175"/>
            <a:ext cx="2991600" cy="461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udience - Alt 2">
  <p:cSld name="CUSTOM_4_1"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28"/>
          <p:cNvSpPr/>
          <p:nvPr>
            <p:ph idx="2" type="pic"/>
          </p:nvPr>
        </p:nvSpPr>
        <p:spPr>
          <a:xfrm>
            <a:off x="75" y="0"/>
            <a:ext cx="2853300" cy="2436600"/>
          </a:xfrm>
          <a:prstGeom prst="rect">
            <a:avLst/>
          </a:prstGeom>
          <a:noFill/>
          <a:ln>
            <a:noFill/>
          </a:ln>
        </p:spPr>
      </p:sp>
      <p:sp>
        <p:nvSpPr>
          <p:cNvPr id="271" name="Google Shape;271;p28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72" name="Google Shape;272;p28"/>
          <p:cNvSpPr txBox="1"/>
          <p:nvPr>
            <p:ph idx="1" type="subTitle"/>
          </p:nvPr>
        </p:nvSpPr>
        <p:spPr>
          <a:xfrm>
            <a:off x="361975" y="2614325"/>
            <a:ext cx="20616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am - Four members">
  <p:cSld name="CUSTOM_5">
    <p:bg>
      <p:bgPr>
        <a:solidFill>
          <a:schemeClr val="lt1"/>
        </a:solidFill>
      </p:bgPr>
    </p:bg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29"/>
          <p:cNvSpPr txBox="1"/>
          <p:nvPr>
            <p:ph idx="1" type="body"/>
          </p:nvPr>
        </p:nvSpPr>
        <p:spPr>
          <a:xfrm>
            <a:off x="352800" y="3754932"/>
            <a:ext cx="1588800" cy="68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85750" lvl="0" marL="457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●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85750" lvl="1" marL="914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○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85750" lvl="2" marL="1371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■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85750" lvl="3" marL="1828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●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85750" lvl="4" marL="22860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○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85750" lvl="5" marL="2743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■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85750" lvl="6" marL="3200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●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85750" lvl="7" marL="3657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○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85750" lvl="8" marL="4114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■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75" name="Google Shape;275;p29"/>
          <p:cNvSpPr txBox="1"/>
          <p:nvPr>
            <p:ph idx="2" type="body"/>
          </p:nvPr>
        </p:nvSpPr>
        <p:spPr>
          <a:xfrm>
            <a:off x="7187875" y="3754932"/>
            <a:ext cx="1588800" cy="68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85750" lvl="0" marL="457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●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85750" lvl="1" marL="914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○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85750" lvl="2" marL="1371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■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85750" lvl="3" marL="1828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●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85750" lvl="4" marL="22860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○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85750" lvl="5" marL="2743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■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85750" lvl="6" marL="3200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●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85750" lvl="7" marL="3657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○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85750" lvl="8" marL="4114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■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76" name="Google Shape;276;p29"/>
          <p:cNvSpPr txBox="1"/>
          <p:nvPr>
            <p:ph idx="3" type="body"/>
          </p:nvPr>
        </p:nvSpPr>
        <p:spPr>
          <a:xfrm>
            <a:off x="4924400" y="3754932"/>
            <a:ext cx="1588800" cy="68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85750" lvl="0" marL="457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●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85750" lvl="1" marL="914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○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85750" lvl="2" marL="1371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■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85750" lvl="3" marL="1828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●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85750" lvl="4" marL="22860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○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85750" lvl="5" marL="2743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■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85750" lvl="6" marL="3200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●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85750" lvl="7" marL="3657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○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85750" lvl="8" marL="4114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■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77" name="Google Shape;277;p29"/>
          <p:cNvSpPr txBox="1"/>
          <p:nvPr>
            <p:ph idx="4" type="body"/>
          </p:nvPr>
        </p:nvSpPr>
        <p:spPr>
          <a:xfrm>
            <a:off x="2643063" y="3754932"/>
            <a:ext cx="1588800" cy="68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85750" lvl="0" marL="457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●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85750" lvl="1" marL="914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○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85750" lvl="2" marL="1371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■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85750" lvl="3" marL="1828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●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85750" lvl="4" marL="22860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○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85750" lvl="5" marL="2743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■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85750" lvl="6" marL="3200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●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85750" lvl="7" marL="3657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○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85750" lvl="8" marL="4114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■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78" name="Google Shape;278;p29"/>
          <p:cNvSpPr/>
          <p:nvPr>
            <p:ph idx="5" type="pic"/>
          </p:nvPr>
        </p:nvSpPr>
        <p:spPr>
          <a:xfrm>
            <a:off x="2941550" y="1923334"/>
            <a:ext cx="991800" cy="991800"/>
          </a:xfrm>
          <a:prstGeom prst="rect">
            <a:avLst/>
          </a:prstGeom>
          <a:noFill/>
          <a:ln>
            <a:noFill/>
          </a:ln>
        </p:spPr>
      </p:sp>
      <p:sp>
        <p:nvSpPr>
          <p:cNvPr id="279" name="Google Shape;279;p29"/>
          <p:cNvSpPr/>
          <p:nvPr>
            <p:ph idx="6" type="pic"/>
          </p:nvPr>
        </p:nvSpPr>
        <p:spPr>
          <a:xfrm>
            <a:off x="5227063" y="1923334"/>
            <a:ext cx="991800" cy="991800"/>
          </a:xfrm>
          <a:prstGeom prst="rect">
            <a:avLst/>
          </a:prstGeom>
          <a:noFill/>
          <a:ln>
            <a:noFill/>
          </a:ln>
        </p:spPr>
      </p:sp>
      <p:sp>
        <p:nvSpPr>
          <p:cNvPr id="280" name="Google Shape;280;p29"/>
          <p:cNvSpPr/>
          <p:nvPr>
            <p:ph idx="7" type="pic"/>
          </p:nvPr>
        </p:nvSpPr>
        <p:spPr>
          <a:xfrm>
            <a:off x="7495263" y="1923334"/>
            <a:ext cx="991800" cy="991800"/>
          </a:xfrm>
          <a:prstGeom prst="rect">
            <a:avLst/>
          </a:prstGeom>
          <a:noFill/>
          <a:ln>
            <a:noFill/>
          </a:ln>
        </p:spPr>
      </p:sp>
      <p:cxnSp>
        <p:nvCxnSpPr>
          <p:cNvPr id="281" name="Google Shape;281;p29"/>
          <p:cNvCxnSpPr/>
          <p:nvPr/>
        </p:nvCxnSpPr>
        <p:spPr>
          <a:xfrm>
            <a:off x="2286125" y="1801500"/>
            <a:ext cx="0" cy="334200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2" name="Google Shape;282;p29"/>
          <p:cNvCxnSpPr/>
          <p:nvPr/>
        </p:nvCxnSpPr>
        <p:spPr>
          <a:xfrm>
            <a:off x="4580525" y="1801500"/>
            <a:ext cx="0" cy="334200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3" name="Google Shape;283;p29"/>
          <p:cNvCxnSpPr/>
          <p:nvPr/>
        </p:nvCxnSpPr>
        <p:spPr>
          <a:xfrm>
            <a:off x="6857075" y="1801500"/>
            <a:ext cx="0" cy="334200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84" name="Google Shape;284;p29"/>
          <p:cNvSpPr/>
          <p:nvPr>
            <p:ph idx="8" type="pic"/>
          </p:nvPr>
        </p:nvSpPr>
        <p:spPr>
          <a:xfrm>
            <a:off x="651288" y="1923334"/>
            <a:ext cx="991800" cy="991800"/>
          </a:xfrm>
          <a:prstGeom prst="rect">
            <a:avLst/>
          </a:prstGeom>
          <a:noFill/>
          <a:ln>
            <a:noFill/>
          </a:ln>
        </p:spPr>
      </p:sp>
      <p:sp>
        <p:nvSpPr>
          <p:cNvPr id="285" name="Google Shape;285;p29"/>
          <p:cNvSpPr txBox="1"/>
          <p:nvPr>
            <p:ph type="title"/>
          </p:nvPr>
        </p:nvSpPr>
        <p:spPr>
          <a:xfrm>
            <a:off x="361975" y="962092"/>
            <a:ext cx="57186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86" name="Google Shape;286;p29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87" name="Google Shape;287;p29"/>
          <p:cNvSpPr txBox="1"/>
          <p:nvPr>
            <p:ph idx="9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88" name="Google Shape;288;p29"/>
          <p:cNvSpPr txBox="1"/>
          <p:nvPr>
            <p:ph idx="13" type="subTitle"/>
          </p:nvPr>
        </p:nvSpPr>
        <p:spPr>
          <a:xfrm>
            <a:off x="353250" y="3248209"/>
            <a:ext cx="15879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289" name="Google Shape;289;p29"/>
          <p:cNvSpPr txBox="1"/>
          <p:nvPr>
            <p:ph idx="14" type="subTitle"/>
          </p:nvPr>
        </p:nvSpPr>
        <p:spPr>
          <a:xfrm>
            <a:off x="353250" y="3050375"/>
            <a:ext cx="15879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90" name="Google Shape;290;p29"/>
          <p:cNvSpPr txBox="1"/>
          <p:nvPr>
            <p:ph idx="15" type="subTitle"/>
          </p:nvPr>
        </p:nvSpPr>
        <p:spPr>
          <a:xfrm>
            <a:off x="353250" y="4598973"/>
            <a:ext cx="15879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DM Sans Light"/>
              <a:buNone/>
              <a:defRPr sz="9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91" name="Google Shape;291;p29"/>
          <p:cNvSpPr txBox="1"/>
          <p:nvPr>
            <p:ph idx="16" type="subTitle"/>
          </p:nvPr>
        </p:nvSpPr>
        <p:spPr>
          <a:xfrm>
            <a:off x="7188325" y="3248209"/>
            <a:ext cx="15879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292" name="Google Shape;292;p29"/>
          <p:cNvSpPr txBox="1"/>
          <p:nvPr>
            <p:ph idx="17" type="subTitle"/>
          </p:nvPr>
        </p:nvSpPr>
        <p:spPr>
          <a:xfrm>
            <a:off x="7188325" y="3050375"/>
            <a:ext cx="15879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93" name="Google Shape;293;p29"/>
          <p:cNvSpPr txBox="1"/>
          <p:nvPr>
            <p:ph idx="18" type="subTitle"/>
          </p:nvPr>
        </p:nvSpPr>
        <p:spPr>
          <a:xfrm>
            <a:off x="7188325" y="4598973"/>
            <a:ext cx="15879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DM Sans Light"/>
              <a:buNone/>
              <a:defRPr sz="9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94" name="Google Shape;294;p29"/>
          <p:cNvSpPr txBox="1"/>
          <p:nvPr>
            <p:ph idx="19" type="subTitle"/>
          </p:nvPr>
        </p:nvSpPr>
        <p:spPr>
          <a:xfrm>
            <a:off x="4924850" y="3248209"/>
            <a:ext cx="15879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295" name="Google Shape;295;p29"/>
          <p:cNvSpPr txBox="1"/>
          <p:nvPr>
            <p:ph idx="20" type="subTitle"/>
          </p:nvPr>
        </p:nvSpPr>
        <p:spPr>
          <a:xfrm>
            <a:off x="4924850" y="3050375"/>
            <a:ext cx="15879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96" name="Google Shape;296;p29"/>
          <p:cNvSpPr txBox="1"/>
          <p:nvPr>
            <p:ph idx="21" type="subTitle"/>
          </p:nvPr>
        </p:nvSpPr>
        <p:spPr>
          <a:xfrm>
            <a:off x="4924850" y="4598973"/>
            <a:ext cx="15879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DM Sans Light"/>
              <a:buNone/>
              <a:defRPr sz="9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97" name="Google Shape;297;p29"/>
          <p:cNvSpPr txBox="1"/>
          <p:nvPr>
            <p:ph idx="22" type="subTitle"/>
          </p:nvPr>
        </p:nvSpPr>
        <p:spPr>
          <a:xfrm>
            <a:off x="2643513" y="3248209"/>
            <a:ext cx="15879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298" name="Google Shape;298;p29"/>
          <p:cNvSpPr txBox="1"/>
          <p:nvPr>
            <p:ph idx="23" type="subTitle"/>
          </p:nvPr>
        </p:nvSpPr>
        <p:spPr>
          <a:xfrm>
            <a:off x="2643513" y="3050375"/>
            <a:ext cx="15879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99" name="Google Shape;299;p29"/>
          <p:cNvSpPr txBox="1"/>
          <p:nvPr>
            <p:ph idx="24" type="subTitle"/>
          </p:nvPr>
        </p:nvSpPr>
        <p:spPr>
          <a:xfrm>
            <a:off x="2643513" y="4598973"/>
            <a:ext cx="15879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DM Sans Light"/>
              <a:buNone/>
              <a:defRPr sz="9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am - Eight members">
  <p:cSld name="CUSTOM_6"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30"/>
          <p:cNvSpPr txBox="1"/>
          <p:nvPr>
            <p:ph idx="1" type="subTitle"/>
          </p:nvPr>
        </p:nvSpPr>
        <p:spPr>
          <a:xfrm>
            <a:off x="6750600" y="1283963"/>
            <a:ext cx="2026200" cy="18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302" name="Google Shape;302;p30"/>
          <p:cNvSpPr txBox="1"/>
          <p:nvPr>
            <p:ph idx="2" type="subTitle"/>
          </p:nvPr>
        </p:nvSpPr>
        <p:spPr>
          <a:xfrm>
            <a:off x="6750600" y="1054750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03" name="Google Shape;303;p30"/>
          <p:cNvSpPr txBox="1"/>
          <p:nvPr>
            <p:ph idx="3" type="subTitle"/>
          </p:nvPr>
        </p:nvSpPr>
        <p:spPr>
          <a:xfrm>
            <a:off x="6750600" y="1427900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04" name="Google Shape;304;p30"/>
          <p:cNvSpPr/>
          <p:nvPr>
            <p:ph idx="4" type="pic"/>
          </p:nvPr>
        </p:nvSpPr>
        <p:spPr>
          <a:xfrm>
            <a:off x="6080709" y="1066100"/>
            <a:ext cx="530400" cy="530400"/>
          </a:xfrm>
          <a:prstGeom prst="rect">
            <a:avLst/>
          </a:prstGeom>
          <a:noFill/>
          <a:ln>
            <a:noFill/>
          </a:ln>
        </p:spPr>
      </p:sp>
      <p:sp>
        <p:nvSpPr>
          <p:cNvPr id="305" name="Google Shape;305;p30"/>
          <p:cNvSpPr txBox="1"/>
          <p:nvPr>
            <p:ph idx="5" type="subTitle"/>
          </p:nvPr>
        </p:nvSpPr>
        <p:spPr>
          <a:xfrm>
            <a:off x="3824550" y="1283963"/>
            <a:ext cx="2026200" cy="18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306" name="Google Shape;306;p30"/>
          <p:cNvSpPr txBox="1"/>
          <p:nvPr>
            <p:ph idx="6" type="subTitle"/>
          </p:nvPr>
        </p:nvSpPr>
        <p:spPr>
          <a:xfrm>
            <a:off x="3824550" y="1054750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07" name="Google Shape;307;p30"/>
          <p:cNvSpPr txBox="1"/>
          <p:nvPr>
            <p:ph idx="7" type="subTitle"/>
          </p:nvPr>
        </p:nvSpPr>
        <p:spPr>
          <a:xfrm>
            <a:off x="3824550" y="1427900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08" name="Google Shape;308;p30"/>
          <p:cNvSpPr/>
          <p:nvPr>
            <p:ph idx="8" type="pic"/>
          </p:nvPr>
        </p:nvSpPr>
        <p:spPr>
          <a:xfrm>
            <a:off x="3154659" y="1066100"/>
            <a:ext cx="530400" cy="530400"/>
          </a:xfrm>
          <a:prstGeom prst="rect">
            <a:avLst/>
          </a:prstGeom>
          <a:noFill/>
          <a:ln>
            <a:noFill/>
          </a:ln>
        </p:spPr>
      </p:sp>
      <p:sp>
        <p:nvSpPr>
          <p:cNvPr id="309" name="Google Shape;309;p30"/>
          <p:cNvSpPr txBox="1"/>
          <p:nvPr>
            <p:ph idx="9" type="subTitle"/>
          </p:nvPr>
        </p:nvSpPr>
        <p:spPr>
          <a:xfrm>
            <a:off x="6750600" y="2193728"/>
            <a:ext cx="2026200" cy="18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310" name="Google Shape;310;p30"/>
          <p:cNvSpPr txBox="1"/>
          <p:nvPr>
            <p:ph idx="13" type="subTitle"/>
          </p:nvPr>
        </p:nvSpPr>
        <p:spPr>
          <a:xfrm>
            <a:off x="6750600" y="1964514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11" name="Google Shape;311;p30"/>
          <p:cNvSpPr txBox="1"/>
          <p:nvPr>
            <p:ph idx="14" type="subTitle"/>
          </p:nvPr>
        </p:nvSpPr>
        <p:spPr>
          <a:xfrm>
            <a:off x="6750600" y="2337664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12" name="Google Shape;312;p30"/>
          <p:cNvSpPr/>
          <p:nvPr>
            <p:ph idx="15" type="pic"/>
          </p:nvPr>
        </p:nvSpPr>
        <p:spPr>
          <a:xfrm>
            <a:off x="6080709" y="1975864"/>
            <a:ext cx="530400" cy="530400"/>
          </a:xfrm>
          <a:prstGeom prst="rect">
            <a:avLst/>
          </a:prstGeom>
          <a:noFill/>
          <a:ln>
            <a:noFill/>
          </a:ln>
        </p:spPr>
      </p:sp>
      <p:sp>
        <p:nvSpPr>
          <p:cNvPr id="313" name="Google Shape;313;p30"/>
          <p:cNvSpPr txBox="1"/>
          <p:nvPr>
            <p:ph idx="16" type="subTitle"/>
          </p:nvPr>
        </p:nvSpPr>
        <p:spPr>
          <a:xfrm>
            <a:off x="3824550" y="2193728"/>
            <a:ext cx="2026200" cy="18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314" name="Google Shape;314;p30"/>
          <p:cNvSpPr txBox="1"/>
          <p:nvPr>
            <p:ph idx="17" type="subTitle"/>
          </p:nvPr>
        </p:nvSpPr>
        <p:spPr>
          <a:xfrm>
            <a:off x="3824550" y="1964514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15" name="Google Shape;315;p30"/>
          <p:cNvSpPr txBox="1"/>
          <p:nvPr>
            <p:ph idx="18" type="subTitle"/>
          </p:nvPr>
        </p:nvSpPr>
        <p:spPr>
          <a:xfrm>
            <a:off x="3824550" y="2337664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16" name="Google Shape;316;p30"/>
          <p:cNvSpPr/>
          <p:nvPr>
            <p:ph idx="19" type="pic"/>
          </p:nvPr>
        </p:nvSpPr>
        <p:spPr>
          <a:xfrm>
            <a:off x="3154659" y="1975864"/>
            <a:ext cx="530400" cy="530400"/>
          </a:xfrm>
          <a:prstGeom prst="rect">
            <a:avLst/>
          </a:prstGeom>
          <a:noFill/>
          <a:ln>
            <a:noFill/>
          </a:ln>
        </p:spPr>
      </p:sp>
      <p:sp>
        <p:nvSpPr>
          <p:cNvPr id="317" name="Google Shape;317;p30"/>
          <p:cNvSpPr txBox="1"/>
          <p:nvPr>
            <p:ph idx="20" type="subTitle"/>
          </p:nvPr>
        </p:nvSpPr>
        <p:spPr>
          <a:xfrm>
            <a:off x="6750600" y="3101715"/>
            <a:ext cx="2026200" cy="18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318" name="Google Shape;318;p30"/>
          <p:cNvSpPr txBox="1"/>
          <p:nvPr>
            <p:ph idx="21" type="subTitle"/>
          </p:nvPr>
        </p:nvSpPr>
        <p:spPr>
          <a:xfrm>
            <a:off x="6750600" y="2872502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19" name="Google Shape;319;p30"/>
          <p:cNvSpPr txBox="1"/>
          <p:nvPr>
            <p:ph idx="22" type="subTitle"/>
          </p:nvPr>
        </p:nvSpPr>
        <p:spPr>
          <a:xfrm>
            <a:off x="6750600" y="3245652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20" name="Google Shape;320;p30"/>
          <p:cNvSpPr/>
          <p:nvPr>
            <p:ph idx="23" type="pic"/>
          </p:nvPr>
        </p:nvSpPr>
        <p:spPr>
          <a:xfrm>
            <a:off x="6080709" y="2883852"/>
            <a:ext cx="530400" cy="530400"/>
          </a:xfrm>
          <a:prstGeom prst="rect">
            <a:avLst/>
          </a:prstGeom>
          <a:noFill/>
          <a:ln>
            <a:noFill/>
          </a:ln>
        </p:spPr>
      </p:sp>
      <p:sp>
        <p:nvSpPr>
          <p:cNvPr id="321" name="Google Shape;321;p30"/>
          <p:cNvSpPr txBox="1"/>
          <p:nvPr>
            <p:ph idx="24" type="subTitle"/>
          </p:nvPr>
        </p:nvSpPr>
        <p:spPr>
          <a:xfrm>
            <a:off x="3824550" y="3101715"/>
            <a:ext cx="2026200" cy="18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322" name="Google Shape;322;p30"/>
          <p:cNvSpPr txBox="1"/>
          <p:nvPr>
            <p:ph idx="25" type="subTitle"/>
          </p:nvPr>
        </p:nvSpPr>
        <p:spPr>
          <a:xfrm>
            <a:off x="3824550" y="2872502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23" name="Google Shape;323;p30"/>
          <p:cNvSpPr txBox="1"/>
          <p:nvPr>
            <p:ph idx="26" type="subTitle"/>
          </p:nvPr>
        </p:nvSpPr>
        <p:spPr>
          <a:xfrm>
            <a:off x="3824550" y="3245652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24" name="Google Shape;324;p30"/>
          <p:cNvSpPr/>
          <p:nvPr>
            <p:ph idx="27" type="pic"/>
          </p:nvPr>
        </p:nvSpPr>
        <p:spPr>
          <a:xfrm>
            <a:off x="3154659" y="2883852"/>
            <a:ext cx="530400" cy="530400"/>
          </a:xfrm>
          <a:prstGeom prst="rect">
            <a:avLst/>
          </a:prstGeom>
          <a:noFill/>
          <a:ln>
            <a:noFill/>
          </a:ln>
        </p:spPr>
      </p:sp>
      <p:sp>
        <p:nvSpPr>
          <p:cNvPr id="325" name="Google Shape;325;p30"/>
          <p:cNvSpPr txBox="1"/>
          <p:nvPr>
            <p:ph idx="28" type="subTitle"/>
          </p:nvPr>
        </p:nvSpPr>
        <p:spPr>
          <a:xfrm>
            <a:off x="6750600" y="4022919"/>
            <a:ext cx="2026200" cy="18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326" name="Google Shape;326;p30"/>
          <p:cNvSpPr txBox="1"/>
          <p:nvPr>
            <p:ph idx="29" type="subTitle"/>
          </p:nvPr>
        </p:nvSpPr>
        <p:spPr>
          <a:xfrm>
            <a:off x="6750600" y="3793706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27" name="Google Shape;327;p30"/>
          <p:cNvSpPr txBox="1"/>
          <p:nvPr>
            <p:ph idx="30" type="subTitle"/>
          </p:nvPr>
        </p:nvSpPr>
        <p:spPr>
          <a:xfrm>
            <a:off x="6750600" y="4166856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28" name="Google Shape;328;p30"/>
          <p:cNvSpPr/>
          <p:nvPr>
            <p:ph idx="31" type="pic"/>
          </p:nvPr>
        </p:nvSpPr>
        <p:spPr>
          <a:xfrm>
            <a:off x="6080709" y="3805056"/>
            <a:ext cx="530400" cy="530400"/>
          </a:xfrm>
          <a:prstGeom prst="rect">
            <a:avLst/>
          </a:prstGeom>
          <a:noFill/>
          <a:ln>
            <a:noFill/>
          </a:ln>
        </p:spPr>
      </p:sp>
      <p:sp>
        <p:nvSpPr>
          <p:cNvPr id="329" name="Google Shape;329;p30"/>
          <p:cNvSpPr txBox="1"/>
          <p:nvPr>
            <p:ph idx="32" type="subTitle"/>
          </p:nvPr>
        </p:nvSpPr>
        <p:spPr>
          <a:xfrm>
            <a:off x="3824550" y="4022919"/>
            <a:ext cx="2026200" cy="18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330" name="Google Shape;330;p30"/>
          <p:cNvSpPr txBox="1"/>
          <p:nvPr>
            <p:ph idx="33" type="subTitle"/>
          </p:nvPr>
        </p:nvSpPr>
        <p:spPr>
          <a:xfrm>
            <a:off x="3824550" y="3793706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31" name="Google Shape;331;p30"/>
          <p:cNvSpPr txBox="1"/>
          <p:nvPr>
            <p:ph idx="34" type="subTitle"/>
          </p:nvPr>
        </p:nvSpPr>
        <p:spPr>
          <a:xfrm>
            <a:off x="3824550" y="4166856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32" name="Google Shape;332;p30"/>
          <p:cNvSpPr/>
          <p:nvPr>
            <p:ph idx="35" type="pic"/>
          </p:nvPr>
        </p:nvSpPr>
        <p:spPr>
          <a:xfrm>
            <a:off x="3154659" y="3805056"/>
            <a:ext cx="530400" cy="530400"/>
          </a:xfrm>
          <a:prstGeom prst="rect">
            <a:avLst/>
          </a:prstGeom>
          <a:noFill/>
          <a:ln>
            <a:noFill/>
          </a:ln>
        </p:spPr>
      </p:sp>
      <p:sp>
        <p:nvSpPr>
          <p:cNvPr id="333" name="Google Shape;333;p30"/>
          <p:cNvSpPr txBox="1"/>
          <p:nvPr>
            <p:ph type="title"/>
          </p:nvPr>
        </p:nvSpPr>
        <p:spPr>
          <a:xfrm>
            <a:off x="361975" y="962100"/>
            <a:ext cx="24507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334" name="Google Shape;334;p30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35" name="Google Shape;335;p30"/>
          <p:cNvSpPr txBox="1"/>
          <p:nvPr>
            <p:ph idx="36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potlight - Alt 2">
  <p:cSld name="CUSTOM_7_1">
    <p:bg>
      <p:bgPr>
        <a:solidFill>
          <a:schemeClr val="accent2"/>
        </a:solidFill>
      </p:bgPr>
    </p:bg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31"/>
          <p:cNvSpPr/>
          <p:nvPr/>
        </p:nvSpPr>
        <p:spPr>
          <a:xfrm>
            <a:off x="0" y="0"/>
            <a:ext cx="45675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38" name="Google Shape;338;p31"/>
          <p:cNvSpPr txBox="1"/>
          <p:nvPr>
            <p:ph type="title"/>
          </p:nvPr>
        </p:nvSpPr>
        <p:spPr>
          <a:xfrm>
            <a:off x="4975925" y="989088"/>
            <a:ext cx="37836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339" name="Google Shape;339;p31"/>
          <p:cNvSpPr/>
          <p:nvPr>
            <p:ph idx="2" type="pic"/>
          </p:nvPr>
        </p:nvSpPr>
        <p:spPr>
          <a:xfrm flipH="1">
            <a:off x="953803" y="1066100"/>
            <a:ext cx="2664300" cy="3002700"/>
          </a:xfrm>
          <a:prstGeom prst="rect">
            <a:avLst/>
          </a:prstGeom>
          <a:noFill/>
          <a:ln>
            <a:noFill/>
          </a:ln>
        </p:spPr>
      </p:sp>
      <p:sp>
        <p:nvSpPr>
          <p:cNvPr id="340" name="Google Shape;340;p31"/>
          <p:cNvSpPr txBox="1"/>
          <p:nvPr>
            <p:ph idx="1" type="body"/>
          </p:nvPr>
        </p:nvSpPr>
        <p:spPr>
          <a:xfrm>
            <a:off x="4975925" y="4125662"/>
            <a:ext cx="3783600" cy="461700"/>
          </a:xfrm>
          <a:prstGeom prst="rect">
            <a:avLst/>
          </a:prstGeom>
          <a:noFill/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41" name="Google Shape;341;p31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42" name="Google Shape;342;p31"/>
          <p:cNvSpPr txBox="1"/>
          <p:nvPr>
            <p:ph idx="3" type="body"/>
          </p:nvPr>
        </p:nvSpPr>
        <p:spPr>
          <a:xfrm>
            <a:off x="4975925" y="1943891"/>
            <a:ext cx="3783600" cy="1243200"/>
          </a:xfrm>
          <a:prstGeom prst="rect">
            <a:avLst/>
          </a:prstGeom>
          <a:noFill/>
        </p:spPr>
        <p:txBody>
          <a:bodyPr anchorCtr="0" anchor="t" bIns="0" lIns="0" spcFirstLastPara="1" rIns="0" wrap="square" tIns="0">
            <a:no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Newsreader"/>
              <a:buChar char="●"/>
              <a:defRPr sz="1600">
                <a:latin typeface="Newsreader"/>
                <a:ea typeface="Newsreader"/>
                <a:cs typeface="Newsreader"/>
                <a:sym typeface="Newsreader"/>
              </a:defRPr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Newsreader"/>
              <a:buChar char="○"/>
              <a:defRPr sz="1600">
                <a:latin typeface="Newsreader"/>
                <a:ea typeface="Newsreader"/>
                <a:cs typeface="Newsreader"/>
                <a:sym typeface="Newsreader"/>
              </a:defRPr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Newsreader"/>
              <a:buChar char="■"/>
              <a:defRPr sz="1600">
                <a:latin typeface="Newsreader"/>
                <a:ea typeface="Newsreader"/>
                <a:cs typeface="Newsreader"/>
                <a:sym typeface="Newsreader"/>
              </a:defRPr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Newsreader"/>
              <a:buChar char="●"/>
              <a:defRPr sz="1600">
                <a:latin typeface="Newsreader"/>
                <a:ea typeface="Newsreader"/>
                <a:cs typeface="Newsreader"/>
                <a:sym typeface="Newsreader"/>
              </a:defRPr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Newsreader"/>
              <a:buChar char="○"/>
              <a:defRPr sz="1600">
                <a:latin typeface="Newsreader"/>
                <a:ea typeface="Newsreader"/>
                <a:cs typeface="Newsreader"/>
                <a:sym typeface="Newsreader"/>
              </a:defRPr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Newsreader"/>
              <a:buChar char="■"/>
              <a:defRPr sz="1600">
                <a:latin typeface="Newsreader"/>
                <a:ea typeface="Newsreader"/>
                <a:cs typeface="Newsreader"/>
                <a:sym typeface="Newsreader"/>
              </a:defRPr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Newsreader"/>
              <a:buChar char="●"/>
              <a:defRPr sz="1600">
                <a:latin typeface="Newsreader"/>
                <a:ea typeface="Newsreader"/>
                <a:cs typeface="Newsreader"/>
                <a:sym typeface="Newsreader"/>
              </a:defRPr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Newsreader"/>
              <a:buChar char="○"/>
              <a:defRPr sz="1600">
                <a:latin typeface="Newsreader"/>
                <a:ea typeface="Newsreader"/>
                <a:cs typeface="Newsreader"/>
                <a:sym typeface="Newsreader"/>
              </a:defRPr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Newsreader"/>
              <a:buChar char="■"/>
              <a:defRPr sz="1600">
                <a:latin typeface="Newsreader"/>
                <a:ea typeface="Newsreader"/>
                <a:cs typeface="Newsreader"/>
                <a:sym typeface="Newsreader"/>
              </a:defRPr>
            </a:lvl9pPr>
          </a:lstStyle>
          <a:p/>
        </p:txBody>
      </p:sp>
      <p:sp>
        <p:nvSpPr>
          <p:cNvPr id="343" name="Google Shape;343;p31"/>
          <p:cNvSpPr txBox="1"/>
          <p:nvPr>
            <p:ph idx="4" type="subTitle"/>
          </p:nvPr>
        </p:nvSpPr>
        <p:spPr>
          <a:xfrm>
            <a:off x="4975925" y="732775"/>
            <a:ext cx="37836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44" name="Google Shape;344;p31"/>
          <p:cNvSpPr txBox="1"/>
          <p:nvPr>
            <p:ph idx="5" type="subTitle"/>
          </p:nvPr>
        </p:nvSpPr>
        <p:spPr>
          <a:xfrm>
            <a:off x="4975925" y="1647132"/>
            <a:ext cx="37836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345" name="Google Shape;345;p31"/>
          <p:cNvSpPr txBox="1"/>
          <p:nvPr>
            <p:ph idx="6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r chart background">
  <p:cSld name="CUSTOM_8"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7" name="Google Shape;347;p32"/>
          <p:cNvGrpSpPr/>
          <p:nvPr/>
        </p:nvGrpSpPr>
        <p:grpSpPr>
          <a:xfrm>
            <a:off x="49" y="514398"/>
            <a:ext cx="9144297" cy="4115162"/>
            <a:chOff x="-18500" y="514395"/>
            <a:chExt cx="9219900" cy="4115162"/>
          </a:xfrm>
        </p:grpSpPr>
        <p:cxnSp>
          <p:nvCxnSpPr>
            <p:cNvPr id="348" name="Google Shape;348;p32"/>
            <p:cNvCxnSpPr/>
            <p:nvPr/>
          </p:nvCxnSpPr>
          <p:spPr>
            <a:xfrm>
              <a:off x="-18500" y="1028790"/>
              <a:ext cx="9219900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49" name="Google Shape;349;p32"/>
            <p:cNvCxnSpPr/>
            <p:nvPr/>
          </p:nvCxnSpPr>
          <p:spPr>
            <a:xfrm>
              <a:off x="-18500" y="4629557"/>
              <a:ext cx="9219900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50" name="Google Shape;350;p32"/>
            <p:cNvCxnSpPr/>
            <p:nvPr/>
          </p:nvCxnSpPr>
          <p:spPr>
            <a:xfrm>
              <a:off x="-18500" y="4115162"/>
              <a:ext cx="9219900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51" name="Google Shape;351;p32"/>
            <p:cNvCxnSpPr/>
            <p:nvPr/>
          </p:nvCxnSpPr>
          <p:spPr>
            <a:xfrm>
              <a:off x="-18500" y="3600767"/>
              <a:ext cx="9219900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52" name="Google Shape;352;p32"/>
            <p:cNvCxnSpPr/>
            <p:nvPr/>
          </p:nvCxnSpPr>
          <p:spPr>
            <a:xfrm>
              <a:off x="-18500" y="3086371"/>
              <a:ext cx="9219900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53" name="Google Shape;353;p32"/>
            <p:cNvCxnSpPr/>
            <p:nvPr/>
          </p:nvCxnSpPr>
          <p:spPr>
            <a:xfrm>
              <a:off x="-18500" y="2571976"/>
              <a:ext cx="9219900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54" name="Google Shape;354;p32"/>
            <p:cNvCxnSpPr/>
            <p:nvPr/>
          </p:nvCxnSpPr>
          <p:spPr>
            <a:xfrm>
              <a:off x="-18500" y="2057581"/>
              <a:ext cx="9219900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55" name="Google Shape;355;p32"/>
            <p:cNvCxnSpPr/>
            <p:nvPr/>
          </p:nvCxnSpPr>
          <p:spPr>
            <a:xfrm>
              <a:off x="-18500" y="1543186"/>
              <a:ext cx="9219900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56" name="Google Shape;356;p32"/>
            <p:cNvCxnSpPr/>
            <p:nvPr/>
          </p:nvCxnSpPr>
          <p:spPr>
            <a:xfrm>
              <a:off x="-18500" y="514395"/>
              <a:ext cx="9219900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357" name="Google Shape;357;p32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58" name="Google Shape;358;p32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9" name="Google Shape;359;p32"/>
          <p:cNvSpPr txBox="1"/>
          <p:nvPr>
            <p:ph idx="2" type="subTitle"/>
          </p:nvPr>
        </p:nvSpPr>
        <p:spPr>
          <a:xfrm>
            <a:off x="361975" y="732775"/>
            <a:ext cx="4163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 you slide">
  <p:cSld name="CUSTOM_8_1">
    <p:bg>
      <p:bgPr>
        <a:solidFill>
          <a:schemeClr val="accent2"/>
        </a:solidFill>
      </p:bgPr>
    </p:bg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33"/>
          <p:cNvSpPr/>
          <p:nvPr/>
        </p:nvSpPr>
        <p:spPr>
          <a:xfrm>
            <a:off x="50" y="-300"/>
            <a:ext cx="67089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62" name="Google Shape;362;p33"/>
          <p:cNvSpPr txBox="1"/>
          <p:nvPr>
            <p:ph type="title"/>
          </p:nvPr>
        </p:nvSpPr>
        <p:spPr>
          <a:xfrm>
            <a:off x="451472" y="2024100"/>
            <a:ext cx="4163100" cy="1372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63" name="Google Shape;363;p33"/>
          <p:cNvSpPr txBox="1"/>
          <p:nvPr>
            <p:ph idx="1" type="subTitle"/>
          </p:nvPr>
        </p:nvSpPr>
        <p:spPr>
          <a:xfrm>
            <a:off x="451475" y="3776250"/>
            <a:ext cx="4163100" cy="426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DM Sans"/>
              <a:buNone/>
              <a:defRPr sz="1500">
                <a:solidFill>
                  <a:schemeClr val="accent2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DM Sans"/>
              <a:buNone/>
              <a:defRPr sz="1500">
                <a:solidFill>
                  <a:schemeClr val="accent2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DM Sans"/>
              <a:buNone/>
              <a:defRPr sz="1500">
                <a:solidFill>
                  <a:schemeClr val="accent2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DM Sans"/>
              <a:buNone/>
              <a:defRPr sz="1500">
                <a:solidFill>
                  <a:schemeClr val="accent2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DM Sans"/>
              <a:buNone/>
              <a:defRPr sz="1500">
                <a:solidFill>
                  <a:schemeClr val="accent2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DM Sans"/>
              <a:buNone/>
              <a:defRPr sz="1500">
                <a:solidFill>
                  <a:schemeClr val="accent2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DM Sans"/>
              <a:buNone/>
              <a:defRPr sz="1500">
                <a:solidFill>
                  <a:schemeClr val="accent2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DM Sans"/>
              <a:buNone/>
              <a:defRPr sz="1500">
                <a:solidFill>
                  <a:schemeClr val="accent2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DM Sans"/>
              <a:buNone/>
              <a:defRPr sz="1500">
                <a:solidFill>
                  <a:schemeClr val="accent2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3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366" name="Google Shape;366;p3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3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body"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1" name="Google Shape;371;p3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 and two columns"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3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4" name="Google Shape;374;p3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75" name="Google Shape;375;p3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3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3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80" name="Google Shape;380;p3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 point"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4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4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5" name="Google Shape;385;p4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86" name="Google Shape;386;p4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4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</a:lstStyle>
          <a:p/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 number"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4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391" name="Google Shape;391;p4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45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5" name="Google Shape;395;p45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96" name="Google Shape;396;p45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97" name="Google Shape;397;p45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98" name="Google Shape;398;p45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99" name="Google Shape;399;p45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00" name="Google Shape;400;p45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Title, body and image"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4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3" name="Google Shape;403;p46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04" name="Google Shape;404;p46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Two big ideas"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47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407" name="Google Shape;407;p47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08" name="Google Shape;408;p47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09" name="Google Shape;409;p47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10" name="Google Shape;410;p47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Three big ideas"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48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13" name="Google Shape;413;p48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14" name="Google Shape;414;p48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415" name="Google Shape;415;p48"/>
          <p:cNvSpPr txBox="1"/>
          <p:nvPr>
            <p:ph idx="3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16" name="Google Shape;416;p48"/>
          <p:cNvSpPr txBox="1"/>
          <p:nvPr>
            <p:ph idx="4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17" name="Google Shape;417;p48"/>
          <p:cNvSpPr txBox="1"/>
          <p:nvPr>
            <p:ph idx="5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18" name="Google Shape;418;p48"/>
          <p:cNvSpPr txBox="1"/>
          <p:nvPr>
            <p:ph idx="6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Four big ideas"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49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21" name="Google Shape;421;p49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22" name="Google Shape;422;p49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23" name="Google Shape;423;p49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24" name="Google Shape;424;p49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425" name="Google Shape;425;p49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26" name="Google Shape;426;p49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27" name="Google Shape;427;p49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28" name="Google Shape;428;p49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 and image"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5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1" name="Google Shape;431;p50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Two storyboards"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51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34" name="Google Shape;434;p51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435" name="Google Shape;435;p51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436" name="Google Shape;436;p51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37" name="Google Shape;437;p5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8" name="Google Shape;438;p51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39" name="Google Shape;439;p51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Three storyboards"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p52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42" name="Google Shape;442;p52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43" name="Google Shape;443;p52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44" name="Google Shape;444;p52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45" name="Google Shape;445;p52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46" name="Google Shape;446;p52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47" name="Google Shape;447;p5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8" name="Google Shape;448;p52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49" name="Google Shape;449;p52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50" name="Google Shape;450;p52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Image only"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53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Image grid"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p54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55" name="Google Shape;455;p54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56" name="Google Shape;456;p54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57" name="Google Shape;457;p54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58" name="Google Shape;458;p54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59" name="Google Shape;459;p54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60" name="Google Shape;460;p54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1" name="Google Shape;461;p54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62" name="Google Shape;462;p54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63" name="Google Shape;463;p54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40.xml"/><Relationship Id="rId42" Type="http://schemas.openxmlformats.org/officeDocument/2006/relationships/slideLayout" Target="../slideLayouts/slideLayout42.xml"/><Relationship Id="rId41" Type="http://schemas.openxmlformats.org/officeDocument/2006/relationships/slideLayout" Target="../slideLayouts/slideLayout41.xml"/><Relationship Id="rId44" Type="http://schemas.openxmlformats.org/officeDocument/2006/relationships/slideLayout" Target="../slideLayouts/slideLayout44.xml"/><Relationship Id="rId43" Type="http://schemas.openxmlformats.org/officeDocument/2006/relationships/slideLayout" Target="../slideLayouts/slideLayout43.xml"/><Relationship Id="rId46" Type="http://schemas.openxmlformats.org/officeDocument/2006/relationships/slideLayout" Target="../slideLayouts/slideLayout46.xml"/><Relationship Id="rId45" Type="http://schemas.openxmlformats.org/officeDocument/2006/relationships/slideLayout" Target="../slideLayouts/slideLayout45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48" Type="http://schemas.openxmlformats.org/officeDocument/2006/relationships/slideLayout" Target="../slideLayouts/slideLayout48.xml"/><Relationship Id="rId47" Type="http://schemas.openxmlformats.org/officeDocument/2006/relationships/slideLayout" Target="../slideLayouts/slideLayout47.xml"/><Relationship Id="rId49" Type="http://schemas.openxmlformats.org/officeDocument/2006/relationships/slideLayout" Target="../slideLayouts/slideLayout4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33" Type="http://schemas.openxmlformats.org/officeDocument/2006/relationships/slideLayout" Target="../slideLayouts/slideLayout33.xml"/><Relationship Id="rId32" Type="http://schemas.openxmlformats.org/officeDocument/2006/relationships/slideLayout" Target="../slideLayouts/slideLayout32.xml"/><Relationship Id="rId35" Type="http://schemas.openxmlformats.org/officeDocument/2006/relationships/slideLayout" Target="../slideLayouts/slideLayout35.xml"/><Relationship Id="rId34" Type="http://schemas.openxmlformats.org/officeDocument/2006/relationships/slideLayout" Target="../slideLayouts/slideLayout34.xml"/><Relationship Id="rId37" Type="http://schemas.openxmlformats.org/officeDocument/2006/relationships/slideLayout" Target="../slideLayouts/slideLayout37.xml"/><Relationship Id="rId36" Type="http://schemas.openxmlformats.org/officeDocument/2006/relationships/slideLayout" Target="../slideLayouts/slideLayout36.xml"/><Relationship Id="rId39" Type="http://schemas.openxmlformats.org/officeDocument/2006/relationships/slideLayout" Target="../slideLayouts/slideLayout39.xml"/><Relationship Id="rId38" Type="http://schemas.openxmlformats.org/officeDocument/2006/relationships/slideLayout" Target="../slideLayouts/slideLayout38.xml"/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29.xml"/><Relationship Id="rId51" Type="http://schemas.openxmlformats.org/officeDocument/2006/relationships/slideLayout" Target="../slideLayouts/slideLayout51.xml"/><Relationship Id="rId50" Type="http://schemas.openxmlformats.org/officeDocument/2006/relationships/slideLayout" Target="../slideLayouts/slideLayout50.xml"/><Relationship Id="rId53" Type="http://schemas.openxmlformats.org/officeDocument/2006/relationships/slideLayout" Target="../slideLayouts/slideLayout53.xml"/><Relationship Id="rId52" Type="http://schemas.openxmlformats.org/officeDocument/2006/relationships/slideLayout" Target="../slideLayouts/slideLayout5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54" Type="http://schemas.openxmlformats.org/officeDocument/2006/relationships/theme" Target="../theme/theme1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idx="1" type="body"/>
          </p:nvPr>
        </p:nvSpPr>
        <p:spPr>
          <a:xfrm>
            <a:off x="361850" y="2004025"/>
            <a:ext cx="5627400" cy="254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●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indent="-3048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○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indent="-3048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■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indent="-3048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●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indent="-3048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○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indent="-3048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■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indent="-3048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●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indent="-3048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○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indent="-3048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200"/>
              <a:buFont typeface="DM Sans"/>
              <a:buChar char="■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title"/>
          </p:nvPr>
        </p:nvSpPr>
        <p:spPr>
          <a:xfrm>
            <a:off x="438150" y="524575"/>
            <a:ext cx="5433000" cy="90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Newsreader"/>
              <a:buNone/>
              <a:defRPr sz="3000">
                <a:solidFill>
                  <a:schemeClr val="lt1"/>
                </a:solidFill>
                <a:latin typeface="Newsreader"/>
                <a:ea typeface="Newsreader"/>
                <a:cs typeface="Newsreader"/>
                <a:sym typeface="Newsread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" name="Google Shape;8;p1"/>
          <p:cNvSpPr txBox="1"/>
          <p:nvPr>
            <p:ph idx="2" type="body"/>
          </p:nvPr>
        </p:nvSpPr>
        <p:spPr>
          <a:xfrm>
            <a:off x="4700200" y="1614100"/>
            <a:ext cx="3756600" cy="254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●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○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■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●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○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■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●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○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■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  <p:sldLayoutId id="2147483688" r:id="rId41"/>
    <p:sldLayoutId id="2147483689" r:id="rId42"/>
    <p:sldLayoutId id="2147483690" r:id="rId43"/>
    <p:sldLayoutId id="2147483691" r:id="rId44"/>
    <p:sldLayoutId id="2147483692" r:id="rId45"/>
    <p:sldLayoutId id="2147483693" r:id="rId46"/>
    <p:sldLayoutId id="2147483694" r:id="rId47"/>
    <p:sldLayoutId id="2147483695" r:id="rId48"/>
    <p:sldLayoutId id="2147483696" r:id="rId49"/>
    <p:sldLayoutId id="2147483697" r:id="rId50"/>
    <p:sldLayoutId id="2147483698" r:id="rId51"/>
    <p:sldLayoutId id="2147483699" r:id="rId52"/>
    <p:sldLayoutId id="2147483700" r:id="rId5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5529">
          <p15:clr>
            <a:srgbClr val="E46962"/>
          </p15:clr>
        </p15:guide>
        <p15:guide id="2" orient="horz" pos="233">
          <p15:clr>
            <a:srgbClr val="E46962"/>
          </p15:clr>
        </p15:guide>
        <p15:guide id="3" orient="horz" pos="3011">
          <p15:clr>
            <a:srgbClr val="E46962"/>
          </p15:clr>
        </p15:guide>
        <p15:guide id="4" pos="2850">
          <p15:clr>
            <a:srgbClr val="E46962"/>
          </p15:clr>
        </p15:guide>
        <p15:guide id="5" pos="2910">
          <p15:clr>
            <a:srgbClr val="E46962"/>
          </p15:clr>
        </p15:guide>
        <p15:guide id="6" pos="1468">
          <p15:clr>
            <a:srgbClr val="E46962"/>
          </p15:clr>
        </p15:guide>
        <p15:guide id="7" pos="1527">
          <p15:clr>
            <a:srgbClr val="E46962"/>
          </p15:clr>
        </p15:guide>
        <p15:guide id="8" pos="4226">
          <p15:clr>
            <a:srgbClr val="E46962"/>
          </p15:clr>
        </p15:guide>
        <p15:guide id="9" pos="4285">
          <p15:clr>
            <a:srgbClr val="E46962"/>
          </p15:clr>
        </p15:guide>
        <p15:guide id="10" pos="3773">
          <p15:clr>
            <a:srgbClr val="E46962"/>
          </p15:clr>
        </p15:guide>
        <p15:guide id="11" pos="3830">
          <p15:clr>
            <a:srgbClr val="E46962"/>
          </p15:clr>
        </p15:guide>
        <p15:guide id="12" pos="1930">
          <p15:clr>
            <a:srgbClr val="E46962"/>
          </p15:clr>
        </p15:guide>
        <p15:guide id="13" pos="1987">
          <p15:clr>
            <a:srgbClr val="E46962"/>
          </p15:clr>
        </p15:guide>
        <p15:guide id="14" orient="horz" pos="2867">
          <p15:clr>
            <a:srgbClr val="E46962"/>
          </p15:clr>
        </p15:guide>
        <p15:guide id="15" orient="horz" pos="1135">
          <p15:clr>
            <a:srgbClr val="E46962"/>
          </p15:clr>
        </p15:guide>
        <p15:guide id="16" orient="horz" pos="1194">
          <p15:clr>
            <a:srgbClr val="E46962"/>
          </p15:clr>
        </p15:guide>
        <p15:guide id="17" orient="horz" pos="2043">
          <p15:clr>
            <a:srgbClr val="E46962"/>
          </p15:clr>
        </p15:guide>
        <p15:guide id="18" orient="horz" pos="2103">
          <p15:clr>
            <a:srgbClr val="E46962"/>
          </p15:clr>
        </p15:guide>
        <p15:guide id="19" pos="228">
          <p15:clr>
            <a:srgbClr val="E46962"/>
          </p15:clr>
        </p15:guide>
        <p15:guide id="20" orient="horz" pos="672">
          <p15:clr>
            <a:srgbClr val="E46962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10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9.png"/><Relationship Id="rId4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p55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69" name="Google Shape;469;p55"/>
          <p:cNvSpPr txBox="1"/>
          <p:nvPr/>
        </p:nvSpPr>
        <p:spPr>
          <a:xfrm>
            <a:off x="486800" y="403475"/>
            <a:ext cx="87012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Modeling Goal and Setup </a:t>
            </a:r>
            <a:endParaRPr sz="30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470" name="Google Shape;470;p55"/>
          <p:cNvSpPr txBox="1"/>
          <p:nvPr/>
        </p:nvSpPr>
        <p:spPr>
          <a:xfrm>
            <a:off x="367050" y="1156500"/>
            <a:ext cx="8503800" cy="18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DM Sans"/>
              <a:buChar char="●"/>
            </a:pPr>
            <a:r>
              <a:rPr lang="en" sz="1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Target: next-year median sale price</a:t>
            </a:r>
            <a:endParaRPr sz="18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DM Sans"/>
              <a:buChar char="●"/>
            </a:pPr>
            <a:r>
              <a:rPr lang="en" sz="1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Unit of observation: one California zcta5 in one year.</a:t>
            </a:r>
            <a:endParaRPr sz="18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DM Sans"/>
              <a:buChar char="●"/>
            </a:pPr>
            <a:r>
              <a:rPr lang="en" sz="1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Training/CV data: 2012-2022</a:t>
            </a:r>
            <a:endParaRPr sz="18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DM Sans"/>
              <a:buChar char="●"/>
            </a:pPr>
            <a:r>
              <a:rPr lang="en" sz="1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Final test data: 2023, targeting 2024</a:t>
            </a:r>
            <a:endParaRPr sz="18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DM Sans"/>
              <a:buChar char="●"/>
            </a:pPr>
            <a:r>
              <a:rPr lang="en" sz="1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Outcome: </a:t>
            </a:r>
            <a:endParaRPr sz="18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471" name="Google Shape;471;p5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317550"/>
            <a:ext cx="8839204" cy="210621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p56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77" name="Google Shape;477;p56"/>
          <p:cNvSpPr txBox="1"/>
          <p:nvPr/>
        </p:nvSpPr>
        <p:spPr>
          <a:xfrm>
            <a:off x="167875" y="451725"/>
            <a:ext cx="3470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Linear Regression</a:t>
            </a:r>
            <a:endParaRPr sz="30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478" name="Google Shape;478;p56"/>
          <p:cNvSpPr txBox="1"/>
          <p:nvPr/>
        </p:nvSpPr>
        <p:spPr>
          <a:xfrm>
            <a:off x="310075" y="1293600"/>
            <a:ext cx="31860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Why? </a:t>
            </a:r>
            <a:endParaRPr sz="18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DM Sans"/>
              <a:buChar char="○"/>
            </a:pPr>
            <a:r>
              <a:rPr lang="en" sz="1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Simple</a:t>
            </a:r>
            <a:endParaRPr sz="18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DM Sans"/>
              <a:buChar char="○"/>
            </a:pPr>
            <a:r>
              <a:rPr lang="en" sz="1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Benchmark </a:t>
            </a:r>
            <a:endParaRPr sz="18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479" name="Google Shape;479;p56"/>
          <p:cNvPicPr preferRelativeResize="0"/>
          <p:nvPr/>
        </p:nvPicPr>
        <p:blipFill rotWithShape="1">
          <a:blip r:embed="rId3">
            <a:alphaModFix/>
          </a:blip>
          <a:srcRect b="61520" l="-2880" r="2880" t="-61520"/>
          <a:stretch/>
        </p:blipFill>
        <p:spPr>
          <a:xfrm>
            <a:off x="-2930837" y="966625"/>
            <a:ext cx="8739379" cy="2112301"/>
          </a:xfrm>
          <a:prstGeom prst="rect">
            <a:avLst/>
          </a:prstGeom>
          <a:noFill/>
          <a:ln>
            <a:noFill/>
          </a:ln>
        </p:spPr>
      </p:pic>
      <p:pic>
        <p:nvPicPr>
          <p:cNvPr id="480" name="Google Shape;480;p5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37350" y="1066100"/>
            <a:ext cx="5098735" cy="4078976"/>
          </a:xfrm>
          <a:prstGeom prst="rect">
            <a:avLst/>
          </a:prstGeom>
          <a:noFill/>
          <a:ln>
            <a:noFill/>
          </a:ln>
        </p:spPr>
      </p:pic>
      <p:sp>
        <p:nvSpPr>
          <p:cNvPr id="481" name="Google Shape;481;p56"/>
          <p:cNvSpPr txBox="1"/>
          <p:nvPr/>
        </p:nvSpPr>
        <p:spPr>
          <a:xfrm>
            <a:off x="4525050" y="451725"/>
            <a:ext cx="4002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CC0000"/>
                </a:solidFill>
                <a:latin typeface="DM Sans"/>
                <a:ea typeface="DM Sans"/>
                <a:cs typeface="DM Sans"/>
                <a:sym typeface="DM Sans"/>
              </a:rPr>
              <a:t>What is parent_metro_region?</a:t>
            </a:r>
            <a:endParaRPr sz="1800">
              <a:solidFill>
                <a:srgbClr val="CC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482" name="Google Shape;482;p56"/>
          <p:cNvSpPr txBox="1"/>
          <p:nvPr/>
        </p:nvSpPr>
        <p:spPr>
          <a:xfrm>
            <a:off x="361975" y="3123050"/>
            <a:ext cx="31860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Ridge</a:t>
            </a:r>
            <a:endParaRPr sz="18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DM Sans"/>
              <a:buChar char="●"/>
            </a:pPr>
            <a:r>
              <a:rPr lang="en" sz="1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L2 regularization to reduce coefficient instability</a:t>
            </a:r>
            <a:endParaRPr sz="18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6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p57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88" name="Google Shape;488;p57"/>
          <p:cNvSpPr txBox="1"/>
          <p:nvPr/>
        </p:nvSpPr>
        <p:spPr>
          <a:xfrm>
            <a:off x="221400" y="83725"/>
            <a:ext cx="87012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Linear Regression</a:t>
            </a:r>
            <a:r>
              <a:rPr lang="en" sz="30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 continued</a:t>
            </a:r>
            <a:endParaRPr sz="30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489" name="Google Shape;489;p5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9600" y="829625"/>
            <a:ext cx="8578673" cy="41050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3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58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95" name="Google Shape;495;p58"/>
          <p:cNvSpPr txBox="1"/>
          <p:nvPr/>
        </p:nvSpPr>
        <p:spPr>
          <a:xfrm>
            <a:off x="221400" y="83725"/>
            <a:ext cx="87012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Random Forest</a:t>
            </a:r>
            <a:endParaRPr sz="30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496" name="Google Shape;496;p58"/>
          <p:cNvSpPr txBox="1"/>
          <p:nvPr/>
        </p:nvSpPr>
        <p:spPr>
          <a:xfrm>
            <a:off x="221400" y="730225"/>
            <a:ext cx="36297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DM Sans"/>
              <a:buChar char="●"/>
            </a:pPr>
            <a:r>
              <a:rPr lang="en" sz="1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Why? </a:t>
            </a:r>
            <a:endParaRPr sz="18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DM Sans"/>
              <a:buChar char="○"/>
            </a:pPr>
            <a:r>
              <a:rPr lang="en" sz="1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Feature importance</a:t>
            </a:r>
            <a:endParaRPr sz="18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DM Sans"/>
              <a:buChar char="○"/>
            </a:pPr>
            <a:r>
              <a:rPr lang="en" sz="1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Nonlinear relationships</a:t>
            </a:r>
            <a:endParaRPr sz="18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497" name="Google Shape;497;p5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53550" y="1029550"/>
            <a:ext cx="4755125" cy="3804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98" name="Google Shape;498;p5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9125" y="2078300"/>
            <a:ext cx="4062678" cy="2641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p59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04" name="Google Shape;504;p59"/>
          <p:cNvSpPr txBox="1"/>
          <p:nvPr/>
        </p:nvSpPr>
        <p:spPr>
          <a:xfrm>
            <a:off x="221400" y="83725"/>
            <a:ext cx="87012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Random Forest continued</a:t>
            </a:r>
            <a:endParaRPr sz="30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505" name="Google Shape;505;p5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6525" y="917050"/>
            <a:ext cx="8257050" cy="3947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9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p60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11" name="Google Shape;511;p60"/>
          <p:cNvSpPr txBox="1"/>
          <p:nvPr/>
        </p:nvSpPr>
        <p:spPr>
          <a:xfrm>
            <a:off x="221400" y="83725"/>
            <a:ext cx="87012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XGBoost</a:t>
            </a:r>
            <a:endParaRPr sz="30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512" name="Google Shape;512;p60"/>
          <p:cNvSpPr txBox="1"/>
          <p:nvPr/>
        </p:nvSpPr>
        <p:spPr>
          <a:xfrm>
            <a:off x="221400" y="730225"/>
            <a:ext cx="3885300" cy="18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DM Sans"/>
              <a:buChar char="●"/>
            </a:pPr>
            <a:r>
              <a:rPr lang="en" sz="1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Why? </a:t>
            </a:r>
            <a:endParaRPr sz="18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DM Sans"/>
              <a:buChar char="○"/>
            </a:pPr>
            <a:r>
              <a:rPr lang="en" sz="1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Feature interactions</a:t>
            </a:r>
            <a:endParaRPr sz="18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DM Sans"/>
              <a:buChar char="○"/>
            </a:pPr>
            <a:r>
              <a:rPr lang="en" sz="1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Nonlinear relationships</a:t>
            </a:r>
            <a:endParaRPr sz="18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DM Sans"/>
              <a:buChar char="○"/>
            </a:pPr>
            <a:r>
              <a:rPr lang="en" sz="1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R</a:t>
            </a:r>
            <a:r>
              <a:rPr lang="en" sz="1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egularization, shrinkage, and subsampling..</a:t>
            </a:r>
            <a:endParaRPr sz="18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513" name="Google Shape;513;p6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03200" y="825625"/>
            <a:ext cx="5129500" cy="4103600"/>
          </a:xfrm>
          <a:prstGeom prst="rect">
            <a:avLst/>
          </a:prstGeom>
          <a:noFill/>
          <a:ln>
            <a:noFill/>
          </a:ln>
        </p:spPr>
      </p:pic>
      <p:sp>
        <p:nvSpPr>
          <p:cNvPr id="514" name="Google Shape;514;p60"/>
          <p:cNvSpPr txBox="1"/>
          <p:nvPr/>
        </p:nvSpPr>
        <p:spPr>
          <a:xfrm>
            <a:off x="4525050" y="268525"/>
            <a:ext cx="4002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CC0000"/>
                </a:solidFill>
                <a:latin typeface="DM Sans"/>
                <a:ea typeface="DM Sans"/>
                <a:cs typeface="DM Sans"/>
                <a:sym typeface="DM Sans"/>
              </a:rPr>
              <a:t>Median_sale_price dominates !!!</a:t>
            </a:r>
            <a:endParaRPr sz="1800">
              <a:solidFill>
                <a:srgbClr val="CC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515" name="Google Shape;515;p60"/>
          <p:cNvSpPr txBox="1"/>
          <p:nvPr/>
        </p:nvSpPr>
        <p:spPr>
          <a:xfrm>
            <a:off x="221400" y="2577325"/>
            <a:ext cx="3885300" cy="15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DM Sans"/>
              <a:buChar char="●"/>
            </a:pPr>
            <a:r>
              <a:rPr lang="en" sz="1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Parameters</a:t>
            </a:r>
            <a:endParaRPr sz="18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DM Sans"/>
              <a:buChar char="○"/>
            </a:pPr>
            <a:r>
              <a:rPr lang="en" sz="1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700 estimators</a:t>
            </a:r>
            <a:endParaRPr sz="18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DM Sans"/>
              <a:buChar char="○"/>
            </a:pPr>
            <a:r>
              <a:rPr lang="en" sz="1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0.035 learning rate</a:t>
            </a:r>
            <a:endParaRPr sz="18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DM Sans"/>
              <a:buChar char="○"/>
            </a:pPr>
            <a:r>
              <a:rPr lang="en" sz="1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4 max depth</a:t>
            </a:r>
            <a:endParaRPr sz="18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DM Sans"/>
              <a:buChar char="○"/>
            </a:pPr>
            <a:r>
              <a:rPr lang="en" sz="1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….</a:t>
            </a:r>
            <a:endParaRPr sz="18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9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p61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21" name="Google Shape;521;p61"/>
          <p:cNvSpPr txBox="1"/>
          <p:nvPr/>
        </p:nvSpPr>
        <p:spPr>
          <a:xfrm>
            <a:off x="221400" y="83725"/>
            <a:ext cx="87012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XGBoost</a:t>
            </a:r>
            <a:r>
              <a:rPr lang="en" sz="30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 continued</a:t>
            </a:r>
            <a:endParaRPr sz="30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522" name="Google Shape;522;p6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882625"/>
            <a:ext cx="8594647" cy="41084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6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Google Shape;527;p62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28" name="Google Shape;528;p62"/>
          <p:cNvSpPr txBox="1"/>
          <p:nvPr/>
        </p:nvSpPr>
        <p:spPr>
          <a:xfrm>
            <a:off x="486800" y="403475"/>
            <a:ext cx="87012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Results</a:t>
            </a:r>
            <a:endParaRPr sz="30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graphicFrame>
        <p:nvGraphicFramePr>
          <p:cNvPr id="529" name="Google Shape;529;p62"/>
          <p:cNvGraphicFramePr/>
          <p:nvPr/>
        </p:nvGraphicFramePr>
        <p:xfrm>
          <a:off x="700125" y="1133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{3CA3C0EE-91B1-410F-8438-0D223B1FE040}</a:tableStyleId>
              </a:tblPr>
              <a:tblGrid>
                <a:gridCol w="2031600"/>
                <a:gridCol w="2031600"/>
                <a:gridCol w="2031600"/>
                <a:gridCol w="2031600"/>
              </a:tblGrid>
              <a:tr h="5511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950">
                          <a:solidFill>
                            <a:srgbClr val="1A1C1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Model</a:t>
                      </a:r>
                      <a:endParaRPr sz="1950">
                        <a:solidFill>
                          <a:srgbClr val="1A1C1F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8100" marB="38100" marR="38100" marL="38100">
                    <a:lnL cap="flat" cmpd="sng">
                      <a:solidFill>
                        <a:srgbClr val="1A1C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1A1C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1A1C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1A1C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950">
                          <a:solidFill>
                            <a:srgbClr val="1A1C1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MAE</a:t>
                      </a:r>
                      <a:endParaRPr sz="1950">
                        <a:solidFill>
                          <a:srgbClr val="1A1C1F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8100" marB="38100" marR="38100" marL="38100">
                    <a:lnL cap="flat" cmpd="sng">
                      <a:solidFill>
                        <a:srgbClr val="1A1C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1A1C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1A1C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1A1C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950">
                          <a:solidFill>
                            <a:srgbClr val="1A1C1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RMSE</a:t>
                      </a:r>
                      <a:endParaRPr sz="1950">
                        <a:solidFill>
                          <a:srgbClr val="1A1C1F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8100" marB="38100" marR="38100" marL="38100">
                    <a:lnL cap="flat" cmpd="sng">
                      <a:solidFill>
                        <a:srgbClr val="1A1C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1A1C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1A1C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1A1C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950">
                          <a:solidFill>
                            <a:srgbClr val="1A1C1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R²</a:t>
                      </a:r>
                      <a:endParaRPr sz="1950">
                        <a:solidFill>
                          <a:srgbClr val="1A1C1F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8100" marB="38100" marR="38100" marL="38100">
                    <a:lnL cap="flat" cmpd="sng">
                      <a:solidFill>
                        <a:srgbClr val="1A1C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1A1C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1A1C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1A1C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511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950">
                          <a:solidFill>
                            <a:srgbClr val="1A1C1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Linear/Ridge</a:t>
                      </a:r>
                      <a:endParaRPr sz="1950">
                        <a:solidFill>
                          <a:srgbClr val="1A1C1F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8100" marB="38100" marR="38100" marL="38100">
                    <a:lnL cap="flat" cmpd="sng">
                      <a:solidFill>
                        <a:srgbClr val="1A1C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1A1C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1A1C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1A1C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900">
                          <a:solidFill>
                            <a:srgbClr val="1A1C1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$203.9 K</a:t>
                      </a:r>
                      <a:endParaRPr sz="1900">
                        <a:solidFill>
                          <a:srgbClr val="1A1C1F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8100" marB="38100" marR="38100" marL="38100">
                    <a:lnL cap="flat" cmpd="sng">
                      <a:solidFill>
                        <a:srgbClr val="1A1C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1A1C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1A1C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1A1C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900">
                          <a:solidFill>
                            <a:srgbClr val="1A1C1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$1260 K</a:t>
                      </a:r>
                      <a:endParaRPr sz="1900">
                        <a:solidFill>
                          <a:srgbClr val="1A1C1F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8100" marB="38100" marR="38100" marL="38100">
                    <a:lnL cap="flat" cmpd="sng">
                      <a:solidFill>
                        <a:srgbClr val="1A1C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1A1C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1A1C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1A1C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900">
                          <a:solidFill>
                            <a:srgbClr val="1A1C1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-2.32</a:t>
                      </a:r>
                      <a:endParaRPr sz="1900">
                        <a:solidFill>
                          <a:srgbClr val="1A1C1F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8100" marB="38100" marR="38100" marL="38100">
                    <a:lnL cap="flat" cmpd="sng">
                      <a:solidFill>
                        <a:srgbClr val="1A1C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1A1C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1A1C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1A1C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511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950">
                          <a:solidFill>
                            <a:srgbClr val="1A1C1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Random Forest</a:t>
                      </a:r>
                      <a:endParaRPr sz="1950">
                        <a:solidFill>
                          <a:srgbClr val="1A1C1F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8100" marB="38100" marR="38100" marL="38100">
                    <a:lnL cap="flat" cmpd="sng">
                      <a:solidFill>
                        <a:srgbClr val="1A1C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1A1C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1A1C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1A1C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900">
                          <a:solidFill>
                            <a:srgbClr val="1A1C1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$103.2 K</a:t>
                      </a:r>
                      <a:endParaRPr sz="1900">
                        <a:solidFill>
                          <a:srgbClr val="1A1C1F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8100" marB="38100" marR="38100" marL="38100">
                    <a:lnL cap="flat" cmpd="sng">
                      <a:solidFill>
                        <a:srgbClr val="1A1C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1A1C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1A1C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1A1C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900">
                          <a:solidFill>
                            <a:srgbClr val="1A1C1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$246.0 K</a:t>
                      </a:r>
                      <a:endParaRPr sz="1900">
                        <a:solidFill>
                          <a:srgbClr val="1A1C1F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8100" marB="38100" marR="38100" marL="38100">
                    <a:lnL cap="flat" cmpd="sng">
                      <a:solidFill>
                        <a:srgbClr val="1A1C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1A1C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1A1C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1A1C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900">
                          <a:solidFill>
                            <a:srgbClr val="1A1C1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0.874</a:t>
                      </a:r>
                      <a:endParaRPr sz="1900">
                        <a:solidFill>
                          <a:srgbClr val="1A1C1F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8100" marB="38100" marR="38100" marL="38100">
                    <a:lnL cap="flat" cmpd="sng">
                      <a:solidFill>
                        <a:srgbClr val="1A1C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1A1C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1A1C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1A1C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511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950">
                          <a:solidFill>
                            <a:srgbClr val="1A1C1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XGBoost</a:t>
                      </a:r>
                      <a:endParaRPr sz="1950">
                        <a:solidFill>
                          <a:srgbClr val="1A1C1F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8100" marB="38100" marR="38100" marL="38100">
                    <a:lnL cap="flat" cmpd="sng">
                      <a:solidFill>
                        <a:srgbClr val="1A1C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1A1C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1A1C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1A1C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900">
                          <a:solidFill>
                            <a:srgbClr val="1A1C1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$68.8 K</a:t>
                      </a:r>
                      <a:endParaRPr sz="1900">
                        <a:solidFill>
                          <a:srgbClr val="1A1C1F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8100" marB="38100" marR="38100" marL="38100">
                    <a:lnL cap="flat" cmpd="sng">
                      <a:solidFill>
                        <a:srgbClr val="1A1C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1A1C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1A1C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1A1C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900">
                          <a:solidFill>
                            <a:srgbClr val="1A1C1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$135.1 K</a:t>
                      </a:r>
                      <a:endParaRPr sz="1900">
                        <a:solidFill>
                          <a:srgbClr val="1A1C1F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8100" marB="38100" marR="38100" marL="38100">
                    <a:lnL cap="flat" cmpd="sng">
                      <a:solidFill>
                        <a:srgbClr val="1A1C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1A1C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1A1C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1A1C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900">
                          <a:solidFill>
                            <a:srgbClr val="1A1C1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0.962</a:t>
                      </a:r>
                      <a:endParaRPr sz="1900">
                        <a:solidFill>
                          <a:srgbClr val="1A1C1F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8100" marB="38100" marR="38100" marL="38100">
                    <a:lnL cap="flat" cmpd="sng">
                      <a:solidFill>
                        <a:srgbClr val="1A1C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1A1C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1A1C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1A1C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Business Plan Presentation">
  <a:themeElements>
    <a:clrScheme name="Simple Light">
      <a:dk1>
        <a:srgbClr val="F9F9F9"/>
      </a:dk1>
      <a:lt1>
        <a:srgbClr val="183C40"/>
      </a:lt1>
      <a:dk2>
        <a:srgbClr val="20494D"/>
      </a:dk2>
      <a:lt2>
        <a:srgbClr val="799DA7"/>
      </a:lt2>
      <a:accent1>
        <a:srgbClr val="B0D5CD"/>
      </a:accent1>
      <a:accent2>
        <a:srgbClr val="A6DAEA"/>
      </a:accent2>
      <a:accent3>
        <a:srgbClr val="B78D43"/>
      </a:accent3>
      <a:accent4>
        <a:srgbClr val="9AA864"/>
      </a:accent4>
      <a:accent5>
        <a:srgbClr val="426345"/>
      </a:accent5>
      <a:accent6>
        <a:srgbClr val="DCDCDC"/>
      </a:accent6>
      <a:hlink>
        <a:srgbClr val="B0D5CD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